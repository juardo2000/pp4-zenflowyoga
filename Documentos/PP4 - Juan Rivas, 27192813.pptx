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6" r:id="rId3"/>
    <p:sldId id="265" r:id="rId4"/>
    <p:sldId id="275" r:id="rId5"/>
    <p:sldId id="266" r:id="rId6"/>
    <p:sldId id="277" r:id="rId7"/>
    <p:sldId id="258" r:id="rId8"/>
    <p:sldId id="276" r:id="rId9"/>
    <p:sldId id="278" r:id="rId10"/>
    <p:sldId id="279" r:id="rId11"/>
    <p:sldId id="280" r:id="rId12"/>
    <p:sldId id="281" r:id="rId13"/>
    <p:sldId id="267" r:id="rId14"/>
    <p:sldId id="268" r:id="rId15"/>
    <p:sldId id="282" r:id="rId16"/>
    <p:sldId id="283" r:id="rId17"/>
    <p:sldId id="284" r:id="rId18"/>
    <p:sldId id="270" r:id="rId19"/>
    <p:sldId id="271" r:id="rId20"/>
    <p:sldId id="272"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5B1DE7-4DE9-6348-8DD5-9A9426C94342}" v="4" dt="2026-03-13T02:58:48.536"/>
    <p1510:client id="{5EBA30D4-C4E8-4E8A-5632-2C6D682A0102}" v="28" dt="2026-03-13T02:50:21.732"/>
    <p1510:client id="{D61BD4B0-818B-8603-7C2A-F6A7C0B43143}" v="17" dt="2026-03-12T13:36:53.10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rdo 05" userId="49ea404a2ad3b09f" providerId="Windows Live" clId="Web-{722A4D92-7B2E-BB9A-B4C5-606100F47408}"/>
    <pc:docChg chg="addSld delSld modSld sldOrd">
      <pc:chgData name="Juardo 05" userId="49ea404a2ad3b09f" providerId="Windows Live" clId="Web-{722A4D92-7B2E-BB9A-B4C5-606100F47408}" dt="2026-03-08T21:22:40.612" v="2543"/>
      <pc:docMkLst>
        <pc:docMk/>
      </pc:docMkLst>
      <pc:sldChg chg="addSp delSp modSp">
        <pc:chgData name="Juardo 05" userId="49ea404a2ad3b09f" providerId="Windows Live" clId="Web-{722A4D92-7B2E-BB9A-B4C5-606100F47408}" dt="2026-03-08T17:37:20.330" v="364" actId="14100"/>
        <pc:sldMkLst>
          <pc:docMk/>
          <pc:sldMk cId="1753978539" sldId="258"/>
        </pc:sldMkLst>
        <pc:spChg chg="mod">
          <ac:chgData name="Juardo 05" userId="49ea404a2ad3b09f" providerId="Windows Live" clId="Web-{722A4D92-7B2E-BB9A-B4C5-606100F47408}" dt="2026-03-08T17:36:40.901" v="350" actId="20577"/>
          <ac:spMkLst>
            <pc:docMk/>
            <pc:sldMk cId="1753978539" sldId="258"/>
            <ac:spMk id="3" creationId="{00000000-0000-0000-0000-000000000000}"/>
          </ac:spMkLst>
        </pc:spChg>
        <pc:picChg chg="add mod">
          <ac:chgData name="Juardo 05" userId="49ea404a2ad3b09f" providerId="Windows Live" clId="Web-{722A4D92-7B2E-BB9A-B4C5-606100F47408}" dt="2026-03-08T17:37:20.330" v="364" actId="14100"/>
          <ac:picMkLst>
            <pc:docMk/>
            <pc:sldMk cId="1753978539" sldId="258"/>
            <ac:picMk id="5" creationId="{B50B1183-26E6-B5FF-D5CB-B35A1AF156B6}"/>
          </ac:picMkLst>
        </pc:picChg>
      </pc:sldChg>
      <pc:sldChg chg="modSp add del">
        <pc:chgData name="Juardo 05" userId="49ea404a2ad3b09f" providerId="Windows Live" clId="Web-{722A4D92-7B2E-BB9A-B4C5-606100F47408}" dt="2026-03-08T15:59:51.054" v="8" actId="1076"/>
        <pc:sldMkLst>
          <pc:docMk/>
          <pc:sldMk cId="2323163017" sldId="265"/>
        </pc:sldMkLst>
        <pc:spChg chg="mod">
          <ac:chgData name="Juardo 05" userId="49ea404a2ad3b09f" providerId="Windows Live" clId="Web-{722A4D92-7B2E-BB9A-B4C5-606100F47408}" dt="2026-03-08T15:59:51.054" v="8" actId="1076"/>
          <ac:spMkLst>
            <pc:docMk/>
            <pc:sldMk cId="2323163017" sldId="265"/>
            <ac:spMk id="6" creationId="{3F8771FF-813A-120B-14E8-6326F9827250}"/>
          </ac:spMkLst>
        </pc:spChg>
      </pc:sldChg>
      <pc:sldChg chg="addSp delSp modSp">
        <pc:chgData name="Juardo 05" userId="49ea404a2ad3b09f" providerId="Windows Live" clId="Web-{722A4D92-7B2E-BB9A-B4C5-606100F47408}" dt="2026-03-08T16:38:06.963" v="300" actId="14100"/>
        <pc:sldMkLst>
          <pc:docMk/>
          <pc:sldMk cId="1049211678" sldId="266"/>
        </pc:sldMkLst>
        <pc:graphicFrameChg chg="add mod modGraphic">
          <ac:chgData name="Juardo 05" userId="49ea404a2ad3b09f" providerId="Windows Live" clId="Web-{722A4D92-7B2E-BB9A-B4C5-606100F47408}" dt="2026-03-08T16:32:44.905" v="236" actId="1076"/>
          <ac:graphicFrameMkLst>
            <pc:docMk/>
            <pc:sldMk cId="1049211678" sldId="266"/>
            <ac:graphicFrameMk id="9" creationId="{212B0648-A399-A7A7-2AAB-83385C756540}"/>
          </ac:graphicFrameMkLst>
        </pc:graphicFrameChg>
        <pc:picChg chg="add mod">
          <ac:chgData name="Juardo 05" userId="49ea404a2ad3b09f" providerId="Windows Live" clId="Web-{722A4D92-7B2E-BB9A-B4C5-606100F47408}" dt="2026-03-08T16:33:14.953" v="246" actId="1076"/>
          <ac:picMkLst>
            <pc:docMk/>
            <pc:sldMk cId="1049211678" sldId="266"/>
            <ac:picMk id="1465" creationId="{D9749A0D-DBB0-C444-4300-0EF35D8D250B}"/>
          </ac:picMkLst>
        </pc:picChg>
        <pc:picChg chg="add mod">
          <ac:chgData name="Juardo 05" userId="49ea404a2ad3b09f" providerId="Windows Live" clId="Web-{722A4D92-7B2E-BB9A-B4C5-606100F47408}" dt="2026-03-08T16:33:11.281" v="245" actId="1076"/>
          <ac:picMkLst>
            <pc:docMk/>
            <pc:sldMk cId="1049211678" sldId="266"/>
            <ac:picMk id="1466" creationId="{BD4F38FA-FB43-C92B-FB36-58BEA4BD4554}"/>
          </ac:picMkLst>
        </pc:picChg>
        <pc:picChg chg="add mod">
          <ac:chgData name="Juardo 05" userId="49ea404a2ad3b09f" providerId="Windows Live" clId="Web-{722A4D92-7B2E-BB9A-B4C5-606100F47408}" dt="2026-03-08T16:33:08.390" v="244" actId="1076"/>
          <ac:picMkLst>
            <pc:docMk/>
            <pc:sldMk cId="1049211678" sldId="266"/>
            <ac:picMk id="1467" creationId="{A9A9CB4B-B279-0A8D-66E0-356D4A3EE3C6}"/>
          </ac:picMkLst>
        </pc:picChg>
        <pc:picChg chg="add mod">
          <ac:chgData name="Juardo 05" userId="49ea404a2ad3b09f" providerId="Windows Live" clId="Web-{722A4D92-7B2E-BB9A-B4C5-606100F47408}" dt="2026-03-08T16:33:44.438" v="250" actId="1076"/>
          <ac:picMkLst>
            <pc:docMk/>
            <pc:sldMk cId="1049211678" sldId="266"/>
            <ac:picMk id="1513" creationId="{526B4E85-D8EB-1950-6C24-A66C5DAC1873}"/>
          </ac:picMkLst>
        </pc:picChg>
        <pc:picChg chg="add mod">
          <ac:chgData name="Juardo 05" userId="49ea404a2ad3b09f" providerId="Windows Live" clId="Web-{722A4D92-7B2E-BB9A-B4C5-606100F47408}" dt="2026-03-08T16:34:19.532" v="257" actId="1076"/>
          <ac:picMkLst>
            <pc:docMk/>
            <pc:sldMk cId="1049211678" sldId="266"/>
            <ac:picMk id="1514" creationId="{D04E90DA-D279-E2D0-251E-4AE4BEE1DB01}"/>
          </ac:picMkLst>
        </pc:picChg>
        <pc:picChg chg="add mod">
          <ac:chgData name="Juardo 05" userId="49ea404a2ad3b09f" providerId="Windows Live" clId="Web-{722A4D92-7B2E-BB9A-B4C5-606100F47408}" dt="2026-03-08T16:34:58.658" v="262" actId="1076"/>
          <ac:picMkLst>
            <pc:docMk/>
            <pc:sldMk cId="1049211678" sldId="266"/>
            <ac:picMk id="1515" creationId="{F8387279-9E5C-AAE6-5682-35D7494783A7}"/>
          </ac:picMkLst>
        </pc:picChg>
        <pc:picChg chg="add mod">
          <ac:chgData name="Juardo 05" userId="49ea404a2ad3b09f" providerId="Windows Live" clId="Web-{722A4D92-7B2E-BB9A-B4C5-606100F47408}" dt="2026-03-08T16:35:55.830" v="278" actId="1076"/>
          <ac:picMkLst>
            <pc:docMk/>
            <pc:sldMk cId="1049211678" sldId="266"/>
            <ac:picMk id="1516" creationId="{688622CF-F89F-3A9B-8966-00BF52ACA382}"/>
          </ac:picMkLst>
        </pc:picChg>
        <pc:picChg chg="add mod">
          <ac:chgData name="Juardo 05" userId="49ea404a2ad3b09f" providerId="Windows Live" clId="Web-{722A4D92-7B2E-BB9A-B4C5-606100F47408}" dt="2026-03-08T16:35:50.955" v="275" actId="1076"/>
          <ac:picMkLst>
            <pc:docMk/>
            <pc:sldMk cId="1049211678" sldId="266"/>
            <ac:picMk id="1517" creationId="{2701E9BF-38F7-B5A0-7A2B-48F0DB3E7CDA}"/>
          </ac:picMkLst>
        </pc:picChg>
        <pc:picChg chg="add mod">
          <ac:chgData name="Juardo 05" userId="49ea404a2ad3b09f" providerId="Windows Live" clId="Web-{722A4D92-7B2E-BB9A-B4C5-606100F47408}" dt="2026-03-08T16:36:26.065" v="283" actId="1076"/>
          <ac:picMkLst>
            <pc:docMk/>
            <pc:sldMk cId="1049211678" sldId="266"/>
            <ac:picMk id="1536" creationId="{818FF6D5-E33A-0F62-8CF4-A1EC38C1270C}"/>
          </ac:picMkLst>
        </pc:picChg>
        <pc:picChg chg="add mod">
          <ac:chgData name="Juardo 05" userId="49ea404a2ad3b09f" providerId="Windows Live" clId="Web-{722A4D92-7B2E-BB9A-B4C5-606100F47408}" dt="2026-03-08T16:36:58.660" v="291" actId="1076"/>
          <ac:picMkLst>
            <pc:docMk/>
            <pc:sldMk cId="1049211678" sldId="266"/>
            <ac:picMk id="1537" creationId="{C8D45E4E-FD8C-D100-D0E2-3F09ED0D3924}"/>
          </ac:picMkLst>
        </pc:picChg>
        <pc:picChg chg="add mod">
          <ac:chgData name="Juardo 05" userId="49ea404a2ad3b09f" providerId="Windows Live" clId="Web-{722A4D92-7B2E-BB9A-B4C5-606100F47408}" dt="2026-03-08T16:37:24.426" v="297" actId="1076"/>
          <ac:picMkLst>
            <pc:docMk/>
            <pc:sldMk cId="1049211678" sldId="266"/>
            <ac:picMk id="1565" creationId="{615AD152-FD0E-E701-C374-C567AA053D2C}"/>
          </ac:picMkLst>
        </pc:picChg>
        <pc:picChg chg="add mod">
          <ac:chgData name="Juardo 05" userId="49ea404a2ad3b09f" providerId="Windows Live" clId="Web-{722A4D92-7B2E-BB9A-B4C5-606100F47408}" dt="2026-03-08T16:38:06.963" v="300" actId="14100"/>
          <ac:picMkLst>
            <pc:docMk/>
            <pc:sldMk cId="1049211678" sldId="266"/>
            <ac:picMk id="1566" creationId="{3A569376-6475-D583-C83A-686B4919C27F}"/>
          </ac:picMkLst>
        </pc:picChg>
      </pc:sldChg>
      <pc:sldChg chg="addSp delSp modSp">
        <pc:chgData name="Juardo 05" userId="49ea404a2ad3b09f" providerId="Windows Live" clId="Web-{722A4D92-7B2E-BB9A-B4C5-606100F47408}" dt="2026-03-08T19:46:15.664" v="502"/>
        <pc:sldMkLst>
          <pc:docMk/>
          <pc:sldMk cId="1393320453" sldId="268"/>
        </pc:sldMkLst>
      </pc:sldChg>
      <pc:sldChg chg="addSp modSp">
        <pc:chgData name="Juardo 05" userId="49ea404a2ad3b09f" providerId="Windows Live" clId="Web-{722A4D92-7B2E-BB9A-B4C5-606100F47408}" dt="2026-03-08T18:47:49.935" v="500" actId="14100"/>
        <pc:sldMkLst>
          <pc:docMk/>
          <pc:sldMk cId="3485243410" sldId="270"/>
        </pc:sldMkLst>
        <pc:picChg chg="add mod">
          <ac:chgData name="Juardo 05" userId="49ea404a2ad3b09f" providerId="Windows Live" clId="Web-{722A4D92-7B2E-BB9A-B4C5-606100F47408}" dt="2026-03-08T18:47:20.075" v="495" actId="1076"/>
          <ac:picMkLst>
            <pc:docMk/>
            <pc:sldMk cId="3485243410" sldId="270"/>
            <ac:picMk id="4" creationId="{6830CE96-183B-3663-CB27-B2228BF7FBD6}"/>
          </ac:picMkLst>
        </pc:picChg>
        <pc:picChg chg="add mod">
          <ac:chgData name="Juardo 05" userId="49ea404a2ad3b09f" providerId="Windows Live" clId="Web-{722A4D92-7B2E-BB9A-B4C5-606100F47408}" dt="2026-03-08T18:47:49.935" v="500" actId="14100"/>
          <ac:picMkLst>
            <pc:docMk/>
            <pc:sldMk cId="3485243410" sldId="270"/>
            <ac:picMk id="5" creationId="{56EDBEEF-8993-71C1-89F3-C7AF0383176D}"/>
          </ac:picMkLst>
        </pc:picChg>
      </pc:sldChg>
      <pc:sldChg chg="add">
        <pc:chgData name="Juardo 05" userId="49ea404a2ad3b09f" providerId="Windows Live" clId="Web-{722A4D92-7B2E-BB9A-B4C5-606100F47408}" dt="2026-03-08T15:57:39.067" v="0"/>
        <pc:sldMkLst>
          <pc:docMk/>
          <pc:sldMk cId="609359611" sldId="274"/>
        </pc:sldMkLst>
      </pc:sldChg>
      <pc:sldChg chg="add">
        <pc:chgData name="Juardo 05" userId="49ea404a2ad3b09f" providerId="Windows Live" clId="Web-{722A4D92-7B2E-BB9A-B4C5-606100F47408}" dt="2026-03-08T15:59:23.850" v="4"/>
        <pc:sldMkLst>
          <pc:docMk/>
          <pc:sldMk cId="1867698720" sldId="275"/>
        </pc:sldMkLst>
      </pc:sldChg>
      <pc:sldChg chg="addSp modSp add replId">
        <pc:chgData name="Juardo 05" userId="49ea404a2ad3b09f" providerId="Windows Live" clId="Web-{722A4D92-7B2E-BB9A-B4C5-606100F47408}" dt="2026-03-08T17:41:09.414" v="423" actId="20577"/>
        <pc:sldMkLst>
          <pc:docMk/>
          <pc:sldMk cId="121609512" sldId="276"/>
        </pc:sldMkLst>
        <pc:spChg chg="mod">
          <ac:chgData name="Juardo 05" userId="49ea404a2ad3b09f" providerId="Windows Live" clId="Web-{722A4D92-7B2E-BB9A-B4C5-606100F47408}" dt="2026-03-08T17:41:09.414" v="423" actId="20577"/>
          <ac:spMkLst>
            <pc:docMk/>
            <pc:sldMk cId="121609512" sldId="276"/>
            <ac:spMk id="3" creationId="{C47D4862-3931-C5CA-74E3-E2BC6163E307}"/>
          </ac:spMkLst>
        </pc:spChg>
        <pc:picChg chg="add mod">
          <ac:chgData name="Juardo 05" userId="49ea404a2ad3b09f" providerId="Windows Live" clId="Web-{722A4D92-7B2E-BB9A-B4C5-606100F47408}" dt="2026-03-08T17:38:46.560" v="376" actId="14100"/>
          <ac:picMkLst>
            <pc:docMk/>
            <pc:sldMk cId="121609512" sldId="276"/>
            <ac:picMk id="4" creationId="{2CE932F8-064F-223D-95D1-8AFDDA84CB19}"/>
          </ac:picMkLst>
        </pc:picChg>
      </pc:sldChg>
      <pc:sldChg chg="addSp delSp modSp add ord replId">
        <pc:chgData name="Juardo 05" userId="49ea404a2ad3b09f" providerId="Windows Live" clId="Web-{722A4D92-7B2E-BB9A-B4C5-606100F47408}" dt="2026-03-08T17:06:11.288" v="339"/>
        <pc:sldMkLst>
          <pc:docMk/>
          <pc:sldMk cId="4243869986" sldId="277"/>
        </pc:sldMkLst>
        <pc:spChg chg="mod">
          <ac:chgData name="Juardo 05" userId="49ea404a2ad3b09f" providerId="Windows Live" clId="Web-{722A4D92-7B2E-BB9A-B4C5-606100F47408}" dt="2026-03-08T17:03:41.115" v="321" actId="20577"/>
          <ac:spMkLst>
            <pc:docMk/>
            <pc:sldMk cId="4243869986" sldId="277"/>
            <ac:spMk id="3" creationId="{4B304DCC-1659-4949-B70F-46D03185CA79}"/>
          </ac:spMkLst>
        </pc:spChg>
        <pc:picChg chg="add mod">
          <ac:chgData name="Juardo 05" userId="49ea404a2ad3b09f" providerId="Windows Live" clId="Web-{722A4D92-7B2E-BB9A-B4C5-606100F47408}" dt="2026-03-08T17:05:05.522" v="334" actId="1076"/>
          <ac:picMkLst>
            <pc:docMk/>
            <pc:sldMk cId="4243869986" sldId="277"/>
            <ac:picMk id="4" creationId="{0F0E37EF-50FD-1AA1-C93E-877CDB52C36B}"/>
          </ac:picMkLst>
        </pc:picChg>
      </pc:sldChg>
      <pc:sldChg chg="addSp modSp add replId">
        <pc:chgData name="Juardo 05" userId="49ea404a2ad3b09f" providerId="Windows Live" clId="Web-{722A4D92-7B2E-BB9A-B4C5-606100F47408}" dt="2026-03-08T17:40:11.395" v="401" actId="20577"/>
        <pc:sldMkLst>
          <pc:docMk/>
          <pc:sldMk cId="4232662140" sldId="278"/>
        </pc:sldMkLst>
        <pc:spChg chg="mod">
          <ac:chgData name="Juardo 05" userId="49ea404a2ad3b09f" providerId="Windows Live" clId="Web-{722A4D92-7B2E-BB9A-B4C5-606100F47408}" dt="2026-03-08T17:40:11.395" v="401" actId="20577"/>
          <ac:spMkLst>
            <pc:docMk/>
            <pc:sldMk cId="4232662140" sldId="278"/>
            <ac:spMk id="3" creationId="{F0C267A1-39A9-9F02-7566-D1029C44129D}"/>
          </ac:spMkLst>
        </pc:spChg>
        <pc:picChg chg="add mod">
          <ac:chgData name="Juardo 05" userId="49ea404a2ad3b09f" providerId="Windows Live" clId="Web-{722A4D92-7B2E-BB9A-B4C5-606100F47408}" dt="2026-03-08T17:40:00.253" v="390" actId="14100"/>
          <ac:picMkLst>
            <pc:docMk/>
            <pc:sldMk cId="4232662140" sldId="278"/>
            <ac:picMk id="4" creationId="{DE97D47B-5F59-A62D-CB6D-608CC90E6E30}"/>
          </ac:picMkLst>
        </pc:picChg>
      </pc:sldChg>
      <pc:sldChg chg="addSp delSp modSp add replId">
        <pc:chgData name="Juardo 05" userId="49ea404a2ad3b09f" providerId="Windows Live" clId="Web-{722A4D92-7B2E-BB9A-B4C5-606100F47408}" dt="2026-03-08T17:45:15.267" v="453" actId="14100"/>
        <pc:sldMkLst>
          <pc:docMk/>
          <pc:sldMk cId="3772101827" sldId="279"/>
        </pc:sldMkLst>
        <pc:spChg chg="mod">
          <ac:chgData name="Juardo 05" userId="49ea404a2ad3b09f" providerId="Windows Live" clId="Web-{722A4D92-7B2E-BB9A-B4C5-606100F47408}" dt="2026-03-08T17:41:18.649" v="428" actId="20577"/>
          <ac:spMkLst>
            <pc:docMk/>
            <pc:sldMk cId="3772101827" sldId="279"/>
            <ac:spMk id="3" creationId="{D52B6516-3EE4-5827-8EAE-BDAA0DB25275}"/>
          </ac:spMkLst>
        </pc:spChg>
        <pc:picChg chg="add mod">
          <ac:chgData name="Juardo 05" userId="49ea404a2ad3b09f" providerId="Windows Live" clId="Web-{722A4D92-7B2E-BB9A-B4C5-606100F47408}" dt="2026-03-08T17:45:15.267" v="453" actId="14100"/>
          <ac:picMkLst>
            <pc:docMk/>
            <pc:sldMk cId="3772101827" sldId="279"/>
            <ac:picMk id="5" creationId="{E6994B94-E444-2481-24DD-842092F13977}"/>
          </ac:picMkLst>
        </pc:picChg>
      </pc:sldChg>
      <pc:sldChg chg="addSp modSp add replId">
        <pc:chgData name="Juardo 05" userId="49ea404a2ad3b09f" providerId="Windows Live" clId="Web-{722A4D92-7B2E-BB9A-B4C5-606100F47408}" dt="2026-03-08T17:41:51.635" v="441" actId="20577"/>
        <pc:sldMkLst>
          <pc:docMk/>
          <pc:sldMk cId="3553970303" sldId="280"/>
        </pc:sldMkLst>
        <pc:spChg chg="mod">
          <ac:chgData name="Juardo 05" userId="49ea404a2ad3b09f" providerId="Windows Live" clId="Web-{722A4D92-7B2E-BB9A-B4C5-606100F47408}" dt="2026-03-08T17:41:51.635" v="441" actId="20577"/>
          <ac:spMkLst>
            <pc:docMk/>
            <pc:sldMk cId="3553970303" sldId="280"/>
            <ac:spMk id="3" creationId="{0B9EE1A3-2E11-9E49-66A3-66EDA2DF423F}"/>
          </ac:spMkLst>
        </pc:spChg>
        <pc:picChg chg="add mod">
          <ac:chgData name="Juardo 05" userId="49ea404a2ad3b09f" providerId="Windows Live" clId="Web-{722A4D92-7B2E-BB9A-B4C5-606100F47408}" dt="2026-03-08T17:41:35.884" v="430" actId="1076"/>
          <ac:picMkLst>
            <pc:docMk/>
            <pc:sldMk cId="3553970303" sldId="280"/>
            <ac:picMk id="4" creationId="{BA8491A0-5E01-509C-5FEF-26DED05CF176}"/>
          </ac:picMkLst>
        </pc:picChg>
      </pc:sldChg>
      <pc:sldChg chg="addSp modSp add replId">
        <pc:chgData name="Juardo 05" userId="49ea404a2ad3b09f" providerId="Windows Live" clId="Web-{722A4D92-7B2E-BB9A-B4C5-606100F47408}" dt="2026-03-08T17:51:46.134" v="471" actId="20577"/>
        <pc:sldMkLst>
          <pc:docMk/>
          <pc:sldMk cId="657942771" sldId="281"/>
        </pc:sldMkLst>
        <pc:spChg chg="mod">
          <ac:chgData name="Juardo 05" userId="49ea404a2ad3b09f" providerId="Windows Live" clId="Web-{722A4D92-7B2E-BB9A-B4C5-606100F47408}" dt="2026-03-08T17:51:46.134" v="471" actId="20577"/>
          <ac:spMkLst>
            <pc:docMk/>
            <pc:sldMk cId="657942771" sldId="281"/>
            <ac:spMk id="3" creationId="{3D7DD1B0-3AB6-6FF6-3373-5059912021B8}"/>
          </ac:spMkLst>
        </pc:spChg>
        <pc:picChg chg="add mod">
          <ac:chgData name="Juardo 05" userId="49ea404a2ad3b09f" providerId="Windows Live" clId="Web-{722A4D92-7B2E-BB9A-B4C5-606100F47408}" dt="2026-03-08T17:51:40.665" v="459" actId="14100"/>
          <ac:picMkLst>
            <pc:docMk/>
            <pc:sldMk cId="657942771" sldId="281"/>
            <ac:picMk id="4" creationId="{BC9CCB61-86D2-2163-151D-0B2BC6D70A20}"/>
          </ac:picMkLst>
        </pc:picChg>
      </pc:sldChg>
      <pc:sldChg chg="addSp delSp modSp add replId">
        <pc:chgData name="Juardo 05" userId="49ea404a2ad3b09f" providerId="Windows Live" clId="Web-{722A4D92-7B2E-BB9A-B4C5-606100F47408}" dt="2026-03-08T21:22:40.612" v="2543"/>
        <pc:sldMkLst>
          <pc:docMk/>
          <pc:sldMk cId="1731062110" sldId="282"/>
        </pc:sldMkLst>
        <pc:spChg chg="mod">
          <ac:chgData name="Juardo 05" userId="49ea404a2ad3b09f" providerId="Windows Live" clId="Web-{722A4D92-7B2E-BB9A-B4C5-606100F47408}" dt="2026-03-08T19:52:54.806" v="505" actId="20577"/>
          <ac:spMkLst>
            <pc:docMk/>
            <pc:sldMk cId="1731062110" sldId="282"/>
            <ac:spMk id="3" creationId="{FD7F8803-DF9A-696E-B496-AECCA9212016}"/>
          </ac:spMkLst>
        </pc:spChg>
        <pc:graphicFrameChg chg="add mod modGraphic">
          <ac:chgData name="Juardo 05" userId="49ea404a2ad3b09f" providerId="Windows Live" clId="Web-{722A4D92-7B2E-BB9A-B4C5-606100F47408}" dt="2026-03-08T21:20:15.391" v="2154"/>
          <ac:graphicFrameMkLst>
            <pc:docMk/>
            <pc:sldMk cId="1731062110" sldId="282"/>
            <ac:graphicFrameMk id="4" creationId="{DA89FC03-118B-8FBC-F5C4-F8D73D2DC075}"/>
          </ac:graphicFrameMkLst>
        </pc:graphicFrameChg>
        <pc:graphicFrameChg chg="add mod modGraphic">
          <ac:chgData name="Juardo 05" userId="49ea404a2ad3b09f" providerId="Windows Live" clId="Web-{722A4D92-7B2E-BB9A-B4C5-606100F47408}" dt="2026-03-08T21:22:40.612" v="2543"/>
          <ac:graphicFrameMkLst>
            <pc:docMk/>
            <pc:sldMk cId="1731062110" sldId="282"/>
            <ac:graphicFrameMk id="7" creationId="{46162726-7404-B808-BFC5-2445ED441531}"/>
          </ac:graphicFrameMkLst>
        </pc:graphicFrameChg>
      </pc:sldChg>
      <pc:sldChg chg="addSp modSp add replId">
        <pc:chgData name="Juardo 05" userId="49ea404a2ad3b09f" providerId="Windows Live" clId="Web-{722A4D92-7B2E-BB9A-B4C5-606100F47408}" dt="2026-03-08T21:14:40.971" v="1996" actId="1076"/>
        <pc:sldMkLst>
          <pc:docMk/>
          <pc:sldMk cId="2328355594" sldId="283"/>
        </pc:sldMkLst>
        <pc:graphicFrameChg chg="mod modGraphic">
          <ac:chgData name="Juardo 05" userId="49ea404a2ad3b09f" providerId="Windows Live" clId="Web-{722A4D92-7B2E-BB9A-B4C5-606100F47408}" dt="2026-03-08T21:14:40.971" v="1996" actId="1076"/>
          <ac:graphicFrameMkLst>
            <pc:docMk/>
            <pc:sldMk cId="2328355594" sldId="283"/>
            <ac:graphicFrameMk id="5" creationId="{D5E4BBC5-3B25-864C-430F-9168B163ABAB}"/>
          </ac:graphicFrameMkLst>
        </pc:graphicFrameChg>
      </pc:sldChg>
    </pc:docChg>
  </pc:docChgLst>
  <pc:docChgLst>
    <pc:chgData name="Juardo 05" userId="49ea404a2ad3b09f" providerId="Windows Live" clId="Web-{C3692222-AA48-1D1D-3E32-21DD6852E30D}"/>
    <pc:docChg chg="modSld">
      <pc:chgData name="Juardo 05" userId="49ea404a2ad3b09f" providerId="Windows Live" clId="Web-{C3692222-AA48-1D1D-3E32-21DD6852E30D}" dt="2026-03-09T13:11:50.011" v="47" actId="14100"/>
      <pc:docMkLst>
        <pc:docMk/>
      </pc:docMkLst>
      <pc:sldChg chg="modSp">
        <pc:chgData name="Juardo 05" userId="49ea404a2ad3b09f" providerId="Windows Live" clId="Web-{C3692222-AA48-1D1D-3E32-21DD6852E30D}" dt="2026-03-09T13:11:50.011" v="47" actId="14100"/>
        <pc:sldMkLst>
          <pc:docMk/>
          <pc:sldMk cId="1172971721" sldId="271"/>
        </pc:sldMkLst>
        <pc:spChg chg="mod">
          <ac:chgData name="Juardo 05" userId="49ea404a2ad3b09f" providerId="Windows Live" clId="Web-{C3692222-AA48-1D1D-3E32-21DD6852E30D}" dt="2026-03-09T13:11:50.011" v="47" actId="14100"/>
          <ac:spMkLst>
            <pc:docMk/>
            <pc:sldMk cId="1172971721" sldId="271"/>
            <ac:spMk id="4" creationId="{00000000-0000-0000-0000-000000000000}"/>
          </ac:spMkLst>
        </pc:spChg>
      </pc:sldChg>
    </pc:docChg>
  </pc:docChgLst>
  <pc:docChgLst>
    <pc:chgData name="Juardo 05" userId="49ea404a2ad3b09f" providerId="Windows Live" clId="Web-{455B1DE7-4DE9-6348-8DD5-9A9426C94342}"/>
    <pc:docChg chg="modSld">
      <pc:chgData name="Juardo 05" userId="49ea404a2ad3b09f" providerId="Windows Live" clId="Web-{455B1DE7-4DE9-6348-8DD5-9A9426C94342}" dt="2026-03-13T02:58:48.536" v="3" actId="1076"/>
      <pc:docMkLst>
        <pc:docMk/>
      </pc:docMkLst>
      <pc:sldChg chg="addSp delSp modSp">
        <pc:chgData name="Juardo 05" userId="49ea404a2ad3b09f" providerId="Windows Live" clId="Web-{455B1DE7-4DE9-6348-8DD5-9A9426C94342}" dt="2026-03-13T02:58:48.536" v="3" actId="1076"/>
        <pc:sldMkLst>
          <pc:docMk/>
          <pc:sldMk cId="1393320453" sldId="268"/>
        </pc:sldMkLst>
        <pc:picChg chg="add mod">
          <ac:chgData name="Juardo 05" userId="49ea404a2ad3b09f" providerId="Windows Live" clId="Web-{455B1DE7-4DE9-6348-8DD5-9A9426C94342}" dt="2026-03-13T02:58:48.536" v="3" actId="1076"/>
          <ac:picMkLst>
            <pc:docMk/>
            <pc:sldMk cId="1393320453" sldId="268"/>
            <ac:picMk id="4" creationId="{37D59808-EDA0-30CF-BDA8-0EDE983C7D2B}"/>
          </ac:picMkLst>
        </pc:picChg>
        <pc:picChg chg="del">
          <ac:chgData name="Juardo 05" userId="49ea404a2ad3b09f" providerId="Windows Live" clId="Web-{455B1DE7-4DE9-6348-8DD5-9A9426C94342}" dt="2026-03-13T02:58:18.738" v="0"/>
          <ac:picMkLst>
            <pc:docMk/>
            <pc:sldMk cId="1393320453" sldId="268"/>
            <ac:picMk id="7" creationId="{7DD12E21-053E-BCA3-5560-B0585F886CFA}"/>
          </ac:picMkLst>
        </pc:picChg>
      </pc:sldChg>
    </pc:docChg>
  </pc:docChgLst>
  <pc:docChgLst>
    <pc:chgData name="Juardo 05" userId="49ea404a2ad3b09f" providerId="Windows Live" clId="Web-{16E0AEDB-5D57-A003-6DB0-3175515681B1}"/>
    <pc:docChg chg="modSld">
      <pc:chgData name="Juardo 05" userId="49ea404a2ad3b09f" providerId="Windows Live" clId="Web-{16E0AEDB-5D57-A003-6DB0-3175515681B1}" dt="2026-03-09T12:31:36.509" v="109" actId="20577"/>
      <pc:docMkLst>
        <pc:docMk/>
      </pc:docMkLst>
      <pc:sldChg chg="modSp">
        <pc:chgData name="Juardo 05" userId="49ea404a2ad3b09f" providerId="Windows Live" clId="Web-{16E0AEDB-5D57-A003-6DB0-3175515681B1}" dt="2026-03-09T12:31:36.509" v="109" actId="20577"/>
        <pc:sldMkLst>
          <pc:docMk/>
          <pc:sldMk cId="1172971721" sldId="271"/>
        </pc:sldMkLst>
        <pc:spChg chg="mod">
          <ac:chgData name="Juardo 05" userId="49ea404a2ad3b09f" providerId="Windows Live" clId="Web-{16E0AEDB-5D57-A003-6DB0-3175515681B1}" dt="2026-03-09T12:31:36.509" v="109" actId="20577"/>
          <ac:spMkLst>
            <pc:docMk/>
            <pc:sldMk cId="1172971721" sldId="271"/>
            <ac:spMk id="4" creationId="{00000000-0000-0000-0000-000000000000}"/>
          </ac:spMkLst>
        </pc:spChg>
      </pc:sldChg>
    </pc:docChg>
  </pc:docChgLst>
  <pc:docChgLst>
    <pc:chgData name="Juardo 05" userId="49ea404a2ad3b09f" providerId="Windows Live" clId="Web-{D61BD4B0-818B-8603-7C2A-F6A7C0B43143}"/>
    <pc:docChg chg="modSld">
      <pc:chgData name="Juardo 05" userId="49ea404a2ad3b09f" providerId="Windows Live" clId="Web-{D61BD4B0-818B-8603-7C2A-F6A7C0B43143}" dt="2026-03-12T13:36:53.109" v="12" actId="20577"/>
      <pc:docMkLst>
        <pc:docMk/>
      </pc:docMkLst>
      <pc:sldChg chg="modSp">
        <pc:chgData name="Juardo 05" userId="49ea404a2ad3b09f" providerId="Windows Live" clId="Web-{D61BD4B0-818B-8603-7C2A-F6A7C0B43143}" dt="2026-03-12T13:34:25.024" v="7" actId="1076"/>
        <pc:sldMkLst>
          <pc:docMk/>
          <pc:sldMk cId="2563795946" sldId="256"/>
        </pc:sldMkLst>
        <pc:spChg chg="mod">
          <ac:chgData name="Juardo 05" userId="49ea404a2ad3b09f" providerId="Windows Live" clId="Web-{D61BD4B0-818B-8603-7C2A-F6A7C0B43143}" dt="2026-03-12T13:34:25.024" v="7" actId="1076"/>
          <ac:spMkLst>
            <pc:docMk/>
            <pc:sldMk cId="2563795946" sldId="256"/>
            <ac:spMk id="7" creationId="{00000000-0000-0000-0000-000000000000}"/>
          </ac:spMkLst>
        </pc:spChg>
      </pc:sldChg>
      <pc:sldChg chg="modSp">
        <pc:chgData name="Juardo 05" userId="49ea404a2ad3b09f" providerId="Windows Live" clId="Web-{D61BD4B0-818B-8603-7C2A-F6A7C0B43143}" dt="2026-03-12T13:36:53.109" v="12" actId="20577"/>
        <pc:sldMkLst>
          <pc:docMk/>
          <pc:sldMk cId="2323163017" sldId="265"/>
        </pc:sldMkLst>
        <pc:spChg chg="mod">
          <ac:chgData name="Juardo 05" userId="49ea404a2ad3b09f" providerId="Windows Live" clId="Web-{D61BD4B0-818B-8603-7C2A-F6A7C0B43143}" dt="2026-03-12T13:34:57.994" v="8" actId="20577"/>
          <ac:spMkLst>
            <pc:docMk/>
            <pc:sldMk cId="2323163017" sldId="265"/>
            <ac:spMk id="5" creationId="{00000000-0000-0000-0000-000000000000}"/>
          </ac:spMkLst>
        </pc:spChg>
        <pc:spChg chg="mod">
          <ac:chgData name="Juardo 05" userId="49ea404a2ad3b09f" providerId="Windows Live" clId="Web-{D61BD4B0-818B-8603-7C2A-F6A7C0B43143}" dt="2026-03-12T13:36:53.109" v="12" actId="20577"/>
          <ac:spMkLst>
            <pc:docMk/>
            <pc:sldMk cId="2323163017" sldId="265"/>
            <ac:spMk id="6" creationId="{3F8771FF-813A-120B-14E8-6326F9827250}"/>
          </ac:spMkLst>
        </pc:spChg>
      </pc:sldChg>
    </pc:docChg>
  </pc:docChgLst>
  <pc:docChgLst>
    <pc:chgData name="Juardo 05" userId="49ea404a2ad3b09f" providerId="Windows Live" clId="Web-{5EBA30D4-C4E8-4E8A-5632-2C6D682A0102}"/>
    <pc:docChg chg="modSld">
      <pc:chgData name="Juardo 05" userId="49ea404a2ad3b09f" providerId="Windows Live" clId="Web-{5EBA30D4-C4E8-4E8A-5632-2C6D682A0102}" dt="2026-03-13T02:50:21.060" v="22" actId="20577"/>
      <pc:docMkLst>
        <pc:docMk/>
      </pc:docMkLst>
      <pc:sldChg chg="modSp">
        <pc:chgData name="Juardo 05" userId="49ea404a2ad3b09f" providerId="Windows Live" clId="Web-{5EBA30D4-C4E8-4E8A-5632-2C6D682A0102}" dt="2026-03-13T02:50:21.060" v="22" actId="20577"/>
        <pc:sldMkLst>
          <pc:docMk/>
          <pc:sldMk cId="609359611" sldId="274"/>
        </pc:sldMkLst>
        <pc:spChg chg="mod">
          <ac:chgData name="Juardo 05" userId="49ea404a2ad3b09f" providerId="Windows Live" clId="Web-{5EBA30D4-C4E8-4E8A-5632-2C6D682A0102}" dt="2026-03-13T02:50:21.060" v="22" actId="20577"/>
          <ac:spMkLst>
            <pc:docMk/>
            <pc:sldMk cId="609359611" sldId="274"/>
            <ac:spMk id="12" creationId="{00000000-0000-0000-0000-000000000000}"/>
          </ac:spMkLst>
        </pc:spChg>
      </pc:sldChg>
    </pc:docChg>
  </pc:docChgLst>
  <pc:docChgLst>
    <pc:chgData name="Juardo 05" userId="49ea404a2ad3b09f" providerId="Windows Live" clId="Web-{258939A2-974A-B3F5-8716-768CA8BBCB42}"/>
    <pc:docChg chg="addSld delSld modSld">
      <pc:chgData name="Juardo 05" userId="49ea404a2ad3b09f" providerId="Windows Live" clId="Web-{258939A2-974A-B3F5-8716-768CA8BBCB42}" dt="2026-03-09T03:30:24.269" v="1293"/>
      <pc:docMkLst>
        <pc:docMk/>
      </pc:docMkLst>
      <pc:sldChg chg="addSp modSp">
        <pc:chgData name="Juardo 05" userId="49ea404a2ad3b09f" providerId="Windows Live" clId="Web-{258939A2-974A-B3F5-8716-768CA8BBCB42}" dt="2026-03-09T03:29:58.002" v="1292" actId="1076"/>
        <pc:sldMkLst>
          <pc:docMk/>
          <pc:sldMk cId="3594316142" sldId="267"/>
        </pc:sldMkLst>
        <pc:picChg chg="add mod">
          <ac:chgData name="Juardo 05" userId="49ea404a2ad3b09f" providerId="Windows Live" clId="Web-{258939A2-974A-B3F5-8716-768CA8BBCB42}" dt="2026-03-09T03:29:58.002" v="1292" actId="1076"/>
          <ac:picMkLst>
            <pc:docMk/>
            <pc:sldMk cId="3594316142" sldId="267"/>
            <ac:picMk id="4" creationId="{85701A8B-6364-3A5D-D4B4-76731C95C79E}"/>
          </ac:picMkLst>
        </pc:picChg>
      </pc:sldChg>
      <pc:sldChg chg="delSp">
        <pc:chgData name="Juardo 05" userId="49ea404a2ad3b09f" providerId="Windows Live" clId="Web-{258939A2-974A-B3F5-8716-768CA8BBCB42}" dt="2026-03-09T03:30:24.269" v="1293"/>
        <pc:sldMkLst>
          <pc:docMk/>
          <pc:sldMk cId="1393320453" sldId="268"/>
        </pc:sldMkLst>
      </pc:sldChg>
      <pc:sldChg chg="addSp delSp modSp">
        <pc:chgData name="Juardo 05" userId="49ea404a2ad3b09f" providerId="Windows Live" clId="Web-{258939A2-974A-B3F5-8716-768CA8BBCB42}" dt="2026-03-09T03:02:36.186" v="1243" actId="20577"/>
        <pc:sldMkLst>
          <pc:docMk/>
          <pc:sldMk cId="3232502682" sldId="272"/>
        </pc:sldMkLst>
        <pc:spChg chg="add mod">
          <ac:chgData name="Juardo 05" userId="49ea404a2ad3b09f" providerId="Windows Live" clId="Web-{258939A2-974A-B3F5-8716-768CA8BBCB42}" dt="2026-03-09T02:58:21.620" v="1196" actId="20577"/>
          <ac:spMkLst>
            <pc:docMk/>
            <pc:sldMk cId="3232502682" sldId="272"/>
            <ac:spMk id="7" creationId="{E9908ED6-34BA-1C7B-B752-BB81163C9D12}"/>
          </ac:spMkLst>
        </pc:spChg>
        <pc:spChg chg="add mod">
          <ac:chgData name="Juardo 05" userId="49ea404a2ad3b09f" providerId="Windows Live" clId="Web-{258939A2-974A-B3F5-8716-768CA8BBCB42}" dt="2026-03-09T02:58:59.135" v="1199" actId="20577"/>
          <ac:spMkLst>
            <pc:docMk/>
            <pc:sldMk cId="3232502682" sldId="272"/>
            <ac:spMk id="9" creationId="{A5C022BC-BEDD-0D1D-2993-2546A3B7FE0B}"/>
          </ac:spMkLst>
        </pc:spChg>
        <pc:spChg chg="add mod">
          <ac:chgData name="Juardo 05" userId="49ea404a2ad3b09f" providerId="Windows Live" clId="Web-{258939A2-974A-B3F5-8716-768CA8BBCB42}" dt="2026-03-09T03:01:23.873" v="1208" actId="20577"/>
          <ac:spMkLst>
            <pc:docMk/>
            <pc:sldMk cId="3232502682" sldId="272"/>
            <ac:spMk id="11" creationId="{7DB45662-7A8D-77B3-E02F-3FB2BB4BCB21}"/>
          </ac:spMkLst>
        </pc:spChg>
        <pc:spChg chg="add mod">
          <ac:chgData name="Juardo 05" userId="49ea404a2ad3b09f" providerId="Windows Live" clId="Web-{258939A2-974A-B3F5-8716-768CA8BBCB42}" dt="2026-03-09T03:02:36.186" v="1243" actId="20577"/>
          <ac:spMkLst>
            <pc:docMk/>
            <pc:sldMk cId="3232502682" sldId="272"/>
            <ac:spMk id="13" creationId="{2E64AF30-418B-3473-B257-F36E3471FED3}"/>
          </ac:spMkLst>
        </pc:spChg>
      </pc:sldChg>
      <pc:sldChg chg="addSp delSp modSp">
        <pc:chgData name="Juardo 05" userId="49ea404a2ad3b09f" providerId="Windows Live" clId="Web-{258939A2-974A-B3F5-8716-768CA8BBCB42}" dt="2026-03-09T03:10:07.020" v="1290" actId="20577"/>
        <pc:sldMkLst>
          <pc:docMk/>
          <pc:sldMk cId="2635513044" sldId="273"/>
        </pc:sldMkLst>
        <pc:spChg chg="add mod">
          <ac:chgData name="Juardo 05" userId="49ea404a2ad3b09f" providerId="Windows Live" clId="Web-{258939A2-974A-B3F5-8716-768CA8BBCB42}" dt="2026-03-09T03:10:07.020" v="1290" actId="20577"/>
          <ac:spMkLst>
            <pc:docMk/>
            <pc:sldMk cId="2635513044" sldId="273"/>
            <ac:spMk id="5" creationId="{882C117B-3075-F8FC-6C16-8FFBCCF0572D}"/>
          </ac:spMkLst>
        </pc:spChg>
      </pc:sldChg>
      <pc:sldChg chg="modSp">
        <pc:chgData name="Juardo 05" userId="49ea404a2ad3b09f" providerId="Windows Live" clId="Web-{258939A2-974A-B3F5-8716-768CA8BBCB42}" dt="2026-03-09T02:19:50.444" v="1100"/>
        <pc:sldMkLst>
          <pc:docMk/>
          <pc:sldMk cId="1731062110" sldId="282"/>
        </pc:sldMkLst>
        <pc:graphicFrameChg chg="mod modGraphic">
          <ac:chgData name="Juardo 05" userId="49ea404a2ad3b09f" providerId="Windows Live" clId="Web-{258939A2-974A-B3F5-8716-768CA8BBCB42}" dt="2026-03-09T02:19:50.444" v="1100"/>
          <ac:graphicFrameMkLst>
            <pc:docMk/>
            <pc:sldMk cId="1731062110" sldId="282"/>
            <ac:graphicFrameMk id="4" creationId="{DA89FC03-118B-8FBC-F5C4-F8D73D2DC075}"/>
          </ac:graphicFrameMkLst>
        </pc:graphicFrameChg>
        <pc:graphicFrameChg chg="mod">
          <ac:chgData name="Juardo 05" userId="49ea404a2ad3b09f" providerId="Windows Live" clId="Web-{258939A2-974A-B3F5-8716-768CA8BBCB42}" dt="2026-03-09T01:37:13.233" v="3" actId="1076"/>
          <ac:graphicFrameMkLst>
            <pc:docMk/>
            <pc:sldMk cId="1731062110" sldId="282"/>
            <ac:graphicFrameMk id="7" creationId="{46162726-7404-B808-BFC5-2445ED441531}"/>
          </ac:graphicFrameMkLst>
        </pc:graphicFrameChg>
      </pc:sldChg>
      <pc:sldChg chg="modSp">
        <pc:chgData name="Juardo 05" userId="49ea404a2ad3b09f" providerId="Windows Live" clId="Web-{258939A2-974A-B3F5-8716-768CA8BBCB42}" dt="2026-03-09T02:03:46.511" v="803" actId="1076"/>
        <pc:sldMkLst>
          <pc:docMk/>
          <pc:sldMk cId="2328355594" sldId="283"/>
        </pc:sldMkLst>
        <pc:graphicFrameChg chg="mod">
          <ac:chgData name="Juardo 05" userId="49ea404a2ad3b09f" providerId="Windows Live" clId="Web-{258939A2-974A-B3F5-8716-768CA8BBCB42}" dt="2026-03-09T02:03:46.511" v="803" actId="1076"/>
          <ac:graphicFrameMkLst>
            <pc:docMk/>
            <pc:sldMk cId="2328355594" sldId="283"/>
            <ac:graphicFrameMk id="5" creationId="{D5E4BBC5-3B25-864C-430F-9168B163ABAB}"/>
          </ac:graphicFrameMkLst>
        </pc:graphicFrameChg>
      </pc:sldChg>
      <pc:sldChg chg="addSp delSp modSp add replId">
        <pc:chgData name="Juardo 05" userId="49ea404a2ad3b09f" providerId="Windows Live" clId="Web-{258939A2-974A-B3F5-8716-768CA8BBCB42}" dt="2026-03-09T02:20:17.710" v="1103"/>
        <pc:sldMkLst>
          <pc:docMk/>
          <pc:sldMk cId="4056629010" sldId="284"/>
        </pc:sldMkLst>
        <pc:graphicFrameChg chg="add mod modGraphic">
          <ac:chgData name="Juardo 05" userId="49ea404a2ad3b09f" providerId="Windows Live" clId="Web-{258939A2-974A-B3F5-8716-768CA8BBCB42}" dt="2026-03-09T02:04:32.590" v="808" actId="1076"/>
          <ac:graphicFrameMkLst>
            <pc:docMk/>
            <pc:sldMk cId="4056629010" sldId="284"/>
            <ac:graphicFrameMk id="4" creationId="{BB97EC53-774E-D0B6-9E15-869B427D48D0}"/>
          </ac:graphicFrameMkLst>
        </pc:graphicFrameChg>
        <pc:graphicFrameChg chg="add mod modGraphic">
          <ac:chgData name="Juardo 05" userId="49ea404a2ad3b09f" providerId="Windows Live" clId="Web-{258939A2-974A-B3F5-8716-768CA8BBCB42}" dt="2026-03-09T02:20:17.710" v="1103"/>
          <ac:graphicFrameMkLst>
            <pc:docMk/>
            <pc:sldMk cId="4056629010" sldId="284"/>
            <ac:graphicFrameMk id="5" creationId="{60CC2D8E-3D8B-5C8A-CCFB-20A57629B60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F8CFA2-AAE6-4E6F-8D82-A815A6B2A319}" type="doc">
      <dgm:prSet loTypeId="urn:microsoft.com/office/officeart/2005/8/layout/chevron2" loCatId="process" qsTypeId="urn:microsoft.com/office/officeart/2005/8/quickstyle/simple1" qsCatId="simple" csTypeId="urn:microsoft.com/office/officeart/2005/8/colors/accent1_4" csCatId="accent1" phldr="1"/>
      <dgm:spPr/>
      <dgm:t>
        <a:bodyPr/>
        <a:lstStyle/>
        <a:p>
          <a:endParaRPr lang="es-ES"/>
        </a:p>
      </dgm:t>
    </dgm:pt>
    <dgm:pt modelId="{99C6190D-C12C-4A50-BB37-783FC0FB101F}">
      <dgm:prSet phldrT="[Texto]" phldr="0"/>
      <dgm:spPr/>
      <dgm:t>
        <a:bodyPr/>
        <a:lstStyle/>
        <a:p>
          <a:r>
            <a:rPr lang="es-ES" b="1">
              <a:latin typeface="Calibri Light" panose="020F0302020204030204"/>
            </a:rPr>
            <a:t>Backend</a:t>
          </a:r>
          <a:endParaRPr lang="es-ES" b="1"/>
        </a:p>
      </dgm:t>
    </dgm:pt>
    <dgm:pt modelId="{625E43C9-A588-44A3-947C-3F7687794C38}" type="parTrans" cxnId="{EFE471E2-6137-4E55-8080-9BADAAF503AE}">
      <dgm:prSet/>
      <dgm:spPr/>
      <dgm:t>
        <a:bodyPr/>
        <a:lstStyle/>
        <a:p>
          <a:endParaRPr lang="es-ES"/>
        </a:p>
      </dgm:t>
    </dgm:pt>
    <dgm:pt modelId="{337BA1C1-5B7F-444E-9400-24433F887AF5}" type="sibTrans" cxnId="{EFE471E2-6137-4E55-8080-9BADAAF503AE}">
      <dgm:prSet/>
      <dgm:spPr/>
      <dgm:t>
        <a:bodyPr/>
        <a:lstStyle/>
        <a:p>
          <a:endParaRPr lang="es-ES"/>
        </a:p>
      </dgm:t>
    </dgm:pt>
    <dgm:pt modelId="{ACAE1317-304C-4E7B-B92E-CC54B4C7DC41}">
      <dgm:prSet phldrT="[Texto]" phldr="0"/>
      <dgm:spPr/>
      <dgm:t>
        <a:bodyPr/>
        <a:lstStyle/>
        <a:p>
          <a:r>
            <a:rPr lang="es-ES">
              <a:latin typeface="Calibri Light" panose="020F0302020204030204"/>
            </a:rPr>
            <a:t>Python</a:t>
          </a:r>
          <a:endParaRPr lang="es-ES"/>
        </a:p>
      </dgm:t>
    </dgm:pt>
    <dgm:pt modelId="{CFC9C965-8F11-463E-AA08-65D00293A03B}" type="parTrans" cxnId="{9334F32D-7D64-45C6-BE69-2615DCD5D556}">
      <dgm:prSet/>
      <dgm:spPr/>
      <dgm:t>
        <a:bodyPr/>
        <a:lstStyle/>
        <a:p>
          <a:endParaRPr lang="es-ES"/>
        </a:p>
      </dgm:t>
    </dgm:pt>
    <dgm:pt modelId="{23F2967C-6DB9-47BF-B803-0C51F285A910}" type="sibTrans" cxnId="{9334F32D-7D64-45C6-BE69-2615DCD5D556}">
      <dgm:prSet/>
      <dgm:spPr/>
      <dgm:t>
        <a:bodyPr/>
        <a:lstStyle/>
        <a:p>
          <a:endParaRPr lang="es-ES"/>
        </a:p>
      </dgm:t>
    </dgm:pt>
    <dgm:pt modelId="{DECC3F2C-1B41-483D-8156-EB960CA150D5}">
      <dgm:prSet phldrT="[Texto]" phldr="0"/>
      <dgm:spPr/>
      <dgm:t>
        <a:bodyPr/>
        <a:lstStyle/>
        <a:p>
          <a:r>
            <a:rPr lang="es-ES">
              <a:latin typeface="Calibri Light" panose="020F0302020204030204"/>
            </a:rPr>
            <a:t>Flask</a:t>
          </a:r>
          <a:endParaRPr lang="es-ES"/>
        </a:p>
      </dgm:t>
    </dgm:pt>
    <dgm:pt modelId="{58D2DD97-FF24-4D66-9B00-3CE62D971B7F}" type="parTrans" cxnId="{5A26A3DE-66BD-4A56-8A17-CC0DAFC96875}">
      <dgm:prSet/>
      <dgm:spPr/>
      <dgm:t>
        <a:bodyPr/>
        <a:lstStyle/>
        <a:p>
          <a:endParaRPr lang="es-ES"/>
        </a:p>
      </dgm:t>
    </dgm:pt>
    <dgm:pt modelId="{A55C9AC0-97AB-4FDA-A5EB-EE5049C1B711}" type="sibTrans" cxnId="{5A26A3DE-66BD-4A56-8A17-CC0DAFC96875}">
      <dgm:prSet/>
      <dgm:spPr/>
      <dgm:t>
        <a:bodyPr/>
        <a:lstStyle/>
        <a:p>
          <a:endParaRPr lang="es-ES"/>
        </a:p>
      </dgm:t>
    </dgm:pt>
    <dgm:pt modelId="{5E6EE54F-A18F-42F3-BED2-A3641DE5490A}">
      <dgm:prSet phldrT="[Texto]" phldr="0"/>
      <dgm:spPr/>
      <dgm:t>
        <a:bodyPr/>
        <a:lstStyle/>
        <a:p>
          <a:r>
            <a:rPr lang="es-ES">
              <a:latin typeface="Calibri Light" panose="020F0302020204030204"/>
            </a:rPr>
            <a:t>JavaScript</a:t>
          </a:r>
          <a:endParaRPr lang="es-ES"/>
        </a:p>
      </dgm:t>
    </dgm:pt>
    <dgm:pt modelId="{D69E5FFC-5ACB-4E73-B02E-F8B03040D371}" type="parTrans" cxnId="{6567A7C4-ACD8-4303-B6EF-D587A5E503CA}">
      <dgm:prSet/>
      <dgm:spPr/>
      <dgm:t>
        <a:bodyPr/>
        <a:lstStyle/>
        <a:p>
          <a:endParaRPr lang="es-ES"/>
        </a:p>
      </dgm:t>
    </dgm:pt>
    <dgm:pt modelId="{E848D827-C177-4205-AA92-337D9F88FD4A}" type="sibTrans" cxnId="{6567A7C4-ACD8-4303-B6EF-D587A5E503CA}">
      <dgm:prSet/>
      <dgm:spPr/>
      <dgm:t>
        <a:bodyPr/>
        <a:lstStyle/>
        <a:p>
          <a:endParaRPr lang="es-ES"/>
        </a:p>
      </dgm:t>
    </dgm:pt>
    <dgm:pt modelId="{4A5A535A-52BE-43A3-8EB6-E363CD020D32}">
      <dgm:prSet phldrT="[Texto]" phldr="0"/>
      <dgm:spPr/>
      <dgm:t>
        <a:bodyPr/>
        <a:lstStyle/>
        <a:p>
          <a:r>
            <a:rPr lang="es-ES" sz="1800" b="1">
              <a:latin typeface="Calibri Light" panose="020F0302020204030204"/>
            </a:rPr>
            <a:t>Frontend</a:t>
          </a:r>
          <a:endParaRPr lang="es-ES" sz="1800" b="1"/>
        </a:p>
      </dgm:t>
    </dgm:pt>
    <dgm:pt modelId="{9651D0B3-3E36-4FFC-9BA2-64D75CB6963A}" type="parTrans" cxnId="{D805255E-D320-4B36-9AAC-640EBD0AF9FD}">
      <dgm:prSet/>
      <dgm:spPr/>
      <dgm:t>
        <a:bodyPr/>
        <a:lstStyle/>
        <a:p>
          <a:endParaRPr lang="es-ES"/>
        </a:p>
      </dgm:t>
    </dgm:pt>
    <dgm:pt modelId="{FDB46CA7-678F-45AB-B4A1-06AB8E1E06E1}" type="sibTrans" cxnId="{D805255E-D320-4B36-9AAC-640EBD0AF9FD}">
      <dgm:prSet/>
      <dgm:spPr/>
      <dgm:t>
        <a:bodyPr/>
        <a:lstStyle/>
        <a:p>
          <a:endParaRPr lang="es-ES"/>
        </a:p>
      </dgm:t>
    </dgm:pt>
    <dgm:pt modelId="{4C9EA6C6-51BA-4274-815A-174B3BA25DD3}">
      <dgm:prSet phldrT="[Texto]" phldr="0"/>
      <dgm:spPr/>
      <dgm:t>
        <a:bodyPr/>
        <a:lstStyle/>
        <a:p>
          <a:r>
            <a:rPr lang="es-ES">
              <a:latin typeface="Calibri Light" panose="020F0302020204030204"/>
            </a:rPr>
            <a:t>HTML</a:t>
          </a:r>
          <a:endParaRPr lang="es-ES"/>
        </a:p>
      </dgm:t>
    </dgm:pt>
    <dgm:pt modelId="{403CC458-8DBB-4DA3-AAFA-9452D1831C29}" type="parTrans" cxnId="{76F19076-97C3-4573-B367-E7EA93C8461F}">
      <dgm:prSet/>
      <dgm:spPr/>
      <dgm:t>
        <a:bodyPr/>
        <a:lstStyle/>
        <a:p>
          <a:endParaRPr lang="es-ES"/>
        </a:p>
      </dgm:t>
    </dgm:pt>
    <dgm:pt modelId="{51A5AD44-9250-42C6-AE1A-5F63C0FAD36F}" type="sibTrans" cxnId="{76F19076-97C3-4573-B367-E7EA93C8461F}">
      <dgm:prSet/>
      <dgm:spPr/>
      <dgm:t>
        <a:bodyPr/>
        <a:lstStyle/>
        <a:p>
          <a:endParaRPr lang="es-ES"/>
        </a:p>
      </dgm:t>
    </dgm:pt>
    <dgm:pt modelId="{AEEBF98B-DF20-409F-AE21-C59E1A01A4AE}">
      <dgm:prSet phldrT="[Texto]" phldr="0"/>
      <dgm:spPr/>
      <dgm:t>
        <a:bodyPr/>
        <a:lstStyle/>
        <a:p>
          <a:r>
            <a:rPr lang="es-ES">
              <a:latin typeface="Calibri Light" panose="020F0302020204030204"/>
            </a:rPr>
            <a:t>JavasScript</a:t>
          </a:r>
          <a:endParaRPr lang="es-ES"/>
        </a:p>
      </dgm:t>
    </dgm:pt>
    <dgm:pt modelId="{822825E5-D15B-4F19-8440-9974A6E4591C}" type="parTrans" cxnId="{95D67E52-AA9D-48A5-A703-771DED124C73}">
      <dgm:prSet/>
      <dgm:spPr/>
      <dgm:t>
        <a:bodyPr/>
        <a:lstStyle/>
        <a:p>
          <a:endParaRPr lang="es-ES"/>
        </a:p>
      </dgm:t>
    </dgm:pt>
    <dgm:pt modelId="{0A20CB9D-112A-47A9-B291-94BB9DC70BBD}" type="sibTrans" cxnId="{95D67E52-AA9D-48A5-A703-771DED124C73}">
      <dgm:prSet/>
      <dgm:spPr/>
      <dgm:t>
        <a:bodyPr/>
        <a:lstStyle/>
        <a:p>
          <a:endParaRPr lang="es-ES"/>
        </a:p>
      </dgm:t>
    </dgm:pt>
    <dgm:pt modelId="{6E302061-E377-4648-A641-EBDDB3D07C4B}">
      <dgm:prSet phldrT="[Texto]" phldr="0"/>
      <dgm:spPr/>
      <dgm:t>
        <a:bodyPr/>
        <a:lstStyle/>
        <a:p>
          <a:pPr rtl="0"/>
          <a:r>
            <a:rPr lang="es-ES" b="1">
              <a:latin typeface="Calibri Light" panose="020F0302020204030204"/>
            </a:rPr>
            <a:t>Base de datos</a:t>
          </a:r>
          <a:endParaRPr lang="es-ES" b="1"/>
        </a:p>
      </dgm:t>
    </dgm:pt>
    <dgm:pt modelId="{B04560C2-55EB-4D2F-9B7C-E0E8B6484352}" type="parTrans" cxnId="{9D3ABF33-C883-4CC0-93EC-FF44C624F829}">
      <dgm:prSet/>
      <dgm:spPr/>
      <dgm:t>
        <a:bodyPr/>
        <a:lstStyle/>
        <a:p>
          <a:endParaRPr lang="es-ES"/>
        </a:p>
      </dgm:t>
    </dgm:pt>
    <dgm:pt modelId="{99246866-0969-4A66-9E64-D3EC70325CC2}" type="sibTrans" cxnId="{9D3ABF33-C883-4CC0-93EC-FF44C624F829}">
      <dgm:prSet/>
      <dgm:spPr/>
      <dgm:t>
        <a:bodyPr/>
        <a:lstStyle/>
        <a:p>
          <a:endParaRPr lang="es-ES"/>
        </a:p>
      </dgm:t>
    </dgm:pt>
    <dgm:pt modelId="{0476C881-5B39-4317-AE0E-2FE42D65CB14}">
      <dgm:prSet phldrT="[Texto]" phldr="0"/>
      <dgm:spPr/>
      <dgm:t>
        <a:bodyPr/>
        <a:lstStyle/>
        <a:p>
          <a:pPr rtl="0"/>
          <a:r>
            <a:rPr lang="es-ES">
              <a:latin typeface="Calibri Light" panose="020F0302020204030204"/>
            </a:rPr>
            <a:t>MySQL</a:t>
          </a:r>
          <a:endParaRPr lang="es-ES"/>
        </a:p>
      </dgm:t>
    </dgm:pt>
    <dgm:pt modelId="{FCA99804-A5F0-4152-8AE4-9A5233656CEC}" type="parTrans" cxnId="{3B642B75-7BF6-49E6-8F4A-6A619B071273}">
      <dgm:prSet/>
      <dgm:spPr/>
      <dgm:t>
        <a:bodyPr/>
        <a:lstStyle/>
        <a:p>
          <a:endParaRPr lang="es-ES"/>
        </a:p>
      </dgm:t>
    </dgm:pt>
    <dgm:pt modelId="{07DDA9F8-55BA-4555-A24B-7CB1ECEEA5E5}" type="sibTrans" cxnId="{3B642B75-7BF6-49E6-8F4A-6A619B071273}">
      <dgm:prSet/>
      <dgm:spPr/>
      <dgm:t>
        <a:bodyPr/>
        <a:lstStyle/>
        <a:p>
          <a:endParaRPr lang="es-ES"/>
        </a:p>
      </dgm:t>
    </dgm:pt>
    <dgm:pt modelId="{12E98800-110F-489F-A381-0BC9685B27E4}">
      <dgm:prSet phldr="0"/>
      <dgm:spPr/>
      <dgm:t>
        <a:bodyPr/>
        <a:lstStyle/>
        <a:p>
          <a:pPr rtl="0"/>
          <a:r>
            <a:rPr lang="es-ES" sz="2200" b="1">
              <a:latin typeface="Calibri Light" panose="020F0302020204030204"/>
            </a:rPr>
            <a:t>Herramientas</a:t>
          </a:r>
        </a:p>
      </dgm:t>
    </dgm:pt>
    <dgm:pt modelId="{BF4A9423-7220-4BF8-8075-8DAD21ECABFD}" type="parTrans" cxnId="{0B9B1B60-AB9B-40BE-AFF1-C338021B1AA2}">
      <dgm:prSet/>
      <dgm:spPr/>
    </dgm:pt>
    <dgm:pt modelId="{F09C5397-A85F-4F98-AAAE-C4B57AEC0687}" type="sibTrans" cxnId="{0B9B1B60-AB9B-40BE-AFF1-C338021B1AA2}">
      <dgm:prSet/>
      <dgm:spPr/>
    </dgm:pt>
    <dgm:pt modelId="{AB2B87AC-69AD-4F89-A308-7D4B1C8ACEDA}">
      <dgm:prSet phldr="0"/>
      <dgm:spPr/>
      <dgm:t>
        <a:bodyPr/>
        <a:lstStyle/>
        <a:p>
          <a:pPr rtl="0"/>
          <a:r>
            <a:rPr lang="es-ES">
              <a:latin typeface="Calibri Light" panose="020F0302020204030204"/>
            </a:rPr>
            <a:t>CSS</a:t>
          </a:r>
        </a:p>
      </dgm:t>
    </dgm:pt>
    <dgm:pt modelId="{584DDB1C-72F6-4F50-955F-1A74AF32EFE7}" type="parTrans" cxnId="{C741A9BF-2E64-4F82-8603-1A1A1D04ACE1}">
      <dgm:prSet/>
      <dgm:spPr/>
    </dgm:pt>
    <dgm:pt modelId="{89732F8A-47AF-4CFC-A338-D5BB32FCBDCE}" type="sibTrans" cxnId="{C741A9BF-2E64-4F82-8603-1A1A1D04ACE1}">
      <dgm:prSet/>
      <dgm:spPr/>
    </dgm:pt>
    <dgm:pt modelId="{7F514930-6094-411F-933C-BF6564BA3F3E}">
      <dgm:prSet phldr="0" custT="1"/>
      <dgm:spPr/>
      <dgm:t>
        <a:bodyPr/>
        <a:lstStyle/>
        <a:p>
          <a:pPr rtl="0"/>
          <a:r>
            <a:rPr lang="es-ES" sz="1200">
              <a:latin typeface="Calibri Light" panose="020F0302020204030204"/>
            </a:rPr>
            <a:t>Visual Studio Code</a:t>
          </a:r>
        </a:p>
      </dgm:t>
    </dgm:pt>
    <dgm:pt modelId="{246EBC9D-B86A-477C-85F0-F448BCB7C9AE}" type="parTrans" cxnId="{4B7DB3C7-83B1-48D7-B441-6EB6C4D80DE5}">
      <dgm:prSet/>
      <dgm:spPr/>
    </dgm:pt>
    <dgm:pt modelId="{3AE1E82D-E218-4027-961B-7FB68496C40F}" type="sibTrans" cxnId="{4B7DB3C7-83B1-48D7-B441-6EB6C4D80DE5}">
      <dgm:prSet/>
      <dgm:spPr/>
    </dgm:pt>
    <dgm:pt modelId="{276F0860-7775-499D-8BF6-B2A683B8B271}">
      <dgm:prSet phldr="0"/>
      <dgm:spPr/>
      <dgm:t>
        <a:bodyPr/>
        <a:lstStyle/>
        <a:p>
          <a:pPr rtl="0"/>
          <a:r>
            <a:rPr lang="es-ES" sz="1200">
              <a:latin typeface="Calibri Light" panose="020F0302020204030204"/>
            </a:rPr>
            <a:t>MySQL workbench</a:t>
          </a:r>
        </a:p>
      </dgm:t>
    </dgm:pt>
    <dgm:pt modelId="{3D4DE991-83AF-46CB-BBC9-CFAAA427EC7A}" type="parTrans" cxnId="{AE5CAA3F-8CA3-4DF6-88E5-539E18776053}">
      <dgm:prSet/>
      <dgm:spPr/>
    </dgm:pt>
    <dgm:pt modelId="{990ECBA4-DBAD-42D3-94A1-5BC95B403B56}" type="sibTrans" cxnId="{AE5CAA3F-8CA3-4DF6-88E5-539E18776053}">
      <dgm:prSet/>
      <dgm:spPr/>
    </dgm:pt>
    <dgm:pt modelId="{91B4F54D-4C9D-45B0-96E8-ACF6A46D6084}">
      <dgm:prSet phldr="0"/>
      <dgm:spPr/>
      <dgm:t>
        <a:bodyPr/>
        <a:lstStyle/>
        <a:p>
          <a:pPr rtl="0"/>
          <a:r>
            <a:rPr lang="es-ES" sz="1200">
              <a:latin typeface="Calibri Light" panose="020F0302020204030204"/>
            </a:rPr>
            <a:t>GitHub</a:t>
          </a:r>
        </a:p>
      </dgm:t>
    </dgm:pt>
    <dgm:pt modelId="{FE26C2F8-9E78-4879-B383-EF9215BEA9A3}" type="parTrans" cxnId="{6BA91BE8-EEF6-4F78-B24D-32C17C086F72}">
      <dgm:prSet/>
      <dgm:spPr/>
    </dgm:pt>
    <dgm:pt modelId="{D0386CA1-A07B-4CA7-8B08-37266BCBC1EA}" type="sibTrans" cxnId="{6BA91BE8-EEF6-4F78-B24D-32C17C086F72}">
      <dgm:prSet/>
      <dgm:spPr/>
    </dgm:pt>
    <dgm:pt modelId="{D9BFF373-40F3-459A-B6B3-CCB8848D3F69}">
      <dgm:prSet phldr="0"/>
      <dgm:spPr/>
      <dgm:t>
        <a:bodyPr/>
        <a:lstStyle/>
        <a:p>
          <a:r>
            <a:rPr lang="es-ES" sz="1200">
              <a:latin typeface="Calibri Light" panose="020F0302020204030204"/>
            </a:rPr>
            <a:t>Aiven</a:t>
          </a:r>
        </a:p>
      </dgm:t>
    </dgm:pt>
    <dgm:pt modelId="{0AEB003F-0F99-43E6-9550-56335A421192}" type="parTrans" cxnId="{2B234DAB-BD33-4125-AC46-189408FDD55E}">
      <dgm:prSet/>
      <dgm:spPr/>
    </dgm:pt>
    <dgm:pt modelId="{C6081B57-3936-42E1-BF4E-ACE61C0032AC}" type="sibTrans" cxnId="{2B234DAB-BD33-4125-AC46-189408FDD55E}">
      <dgm:prSet/>
      <dgm:spPr/>
    </dgm:pt>
    <dgm:pt modelId="{ADC6FDDE-8948-4B1A-8A85-B42B4ED6F40F}">
      <dgm:prSet phldr="0"/>
      <dgm:spPr/>
      <dgm:t>
        <a:bodyPr/>
        <a:lstStyle/>
        <a:p>
          <a:pPr rtl="0"/>
          <a:r>
            <a:rPr lang="es-ES" sz="1800">
              <a:latin typeface="Calibri Light" panose="020F0302020204030204"/>
            </a:rPr>
            <a:t>Google Calendar</a:t>
          </a:r>
        </a:p>
      </dgm:t>
    </dgm:pt>
    <dgm:pt modelId="{A63A6F90-1A1F-494F-BBC2-B624DCBF130A}" type="parTrans" cxnId="{E30E8112-A571-49B0-9967-73E4A7D513CD}">
      <dgm:prSet/>
      <dgm:spPr/>
    </dgm:pt>
    <dgm:pt modelId="{20954AB5-3BEE-435A-B90E-CD5D5BAB7807}" type="sibTrans" cxnId="{E30E8112-A571-49B0-9967-73E4A7D513CD}">
      <dgm:prSet/>
      <dgm:spPr/>
    </dgm:pt>
    <dgm:pt modelId="{94D2ECEC-842E-43BF-A5CD-73976B1BBD9C}">
      <dgm:prSet phldr="0"/>
      <dgm:spPr/>
      <dgm:t>
        <a:bodyPr/>
        <a:lstStyle/>
        <a:p>
          <a:r>
            <a:rPr lang="es-ES" sz="1200">
              <a:latin typeface="Calibri Light" panose="020F0302020204030204"/>
            </a:rPr>
            <a:t>Render</a:t>
          </a:r>
        </a:p>
      </dgm:t>
    </dgm:pt>
    <dgm:pt modelId="{7C05BB04-F83B-47CA-9D4D-F5C2FDC19313}" type="parTrans" cxnId="{D7E356AA-0353-4F0A-B4A9-FFF144DCFA01}">
      <dgm:prSet/>
      <dgm:spPr/>
    </dgm:pt>
    <dgm:pt modelId="{3A4F2AA7-5D41-42D2-ADE8-81AE3A615B2F}" type="sibTrans" cxnId="{D7E356AA-0353-4F0A-B4A9-FFF144DCFA01}">
      <dgm:prSet/>
      <dgm:spPr/>
    </dgm:pt>
    <dgm:pt modelId="{6F021AD4-24DA-497E-BF5A-143135826DD3}" type="pres">
      <dgm:prSet presAssocID="{EFF8CFA2-AAE6-4E6F-8D82-A815A6B2A319}" presName="linearFlow" presStyleCnt="0">
        <dgm:presLayoutVars>
          <dgm:dir/>
          <dgm:animLvl val="lvl"/>
          <dgm:resizeHandles val="exact"/>
        </dgm:presLayoutVars>
      </dgm:prSet>
      <dgm:spPr/>
    </dgm:pt>
    <dgm:pt modelId="{CA8B9101-3882-40F6-9853-A8DEE038FA11}" type="pres">
      <dgm:prSet presAssocID="{99C6190D-C12C-4A50-BB37-783FC0FB101F}" presName="composite" presStyleCnt="0"/>
      <dgm:spPr/>
    </dgm:pt>
    <dgm:pt modelId="{BCC2DC06-94B5-4764-B561-CA3B9F57CEE8}" type="pres">
      <dgm:prSet presAssocID="{99C6190D-C12C-4A50-BB37-783FC0FB101F}" presName="parentText" presStyleLbl="alignNode1" presStyleIdx="0" presStyleCnt="4">
        <dgm:presLayoutVars>
          <dgm:chMax val="1"/>
          <dgm:bulletEnabled val="1"/>
        </dgm:presLayoutVars>
      </dgm:prSet>
      <dgm:spPr/>
    </dgm:pt>
    <dgm:pt modelId="{679BFE8D-E686-49D3-A645-E692AAD1E479}" type="pres">
      <dgm:prSet presAssocID="{99C6190D-C12C-4A50-BB37-783FC0FB101F}" presName="descendantText" presStyleLbl="alignAcc1" presStyleIdx="0" presStyleCnt="4">
        <dgm:presLayoutVars>
          <dgm:bulletEnabled val="1"/>
        </dgm:presLayoutVars>
      </dgm:prSet>
      <dgm:spPr/>
    </dgm:pt>
    <dgm:pt modelId="{29CC4417-1048-4270-8582-BA0A8F170FA6}" type="pres">
      <dgm:prSet presAssocID="{337BA1C1-5B7F-444E-9400-24433F887AF5}" presName="sp" presStyleCnt="0"/>
      <dgm:spPr/>
    </dgm:pt>
    <dgm:pt modelId="{BB60B6A4-5B02-4C33-97DA-6C1A56F99100}" type="pres">
      <dgm:prSet presAssocID="{4A5A535A-52BE-43A3-8EB6-E363CD020D32}" presName="composite" presStyleCnt="0"/>
      <dgm:spPr/>
    </dgm:pt>
    <dgm:pt modelId="{4AD87CAD-CAD0-41C1-B31D-9444090878B7}" type="pres">
      <dgm:prSet presAssocID="{4A5A535A-52BE-43A3-8EB6-E363CD020D32}" presName="parentText" presStyleLbl="alignNode1" presStyleIdx="1" presStyleCnt="4">
        <dgm:presLayoutVars>
          <dgm:chMax val="1"/>
          <dgm:bulletEnabled val="1"/>
        </dgm:presLayoutVars>
      </dgm:prSet>
      <dgm:spPr/>
    </dgm:pt>
    <dgm:pt modelId="{D7EF9546-4618-4723-8E32-EE76E5888509}" type="pres">
      <dgm:prSet presAssocID="{4A5A535A-52BE-43A3-8EB6-E363CD020D32}" presName="descendantText" presStyleLbl="alignAcc1" presStyleIdx="1" presStyleCnt="4">
        <dgm:presLayoutVars>
          <dgm:bulletEnabled val="1"/>
        </dgm:presLayoutVars>
      </dgm:prSet>
      <dgm:spPr/>
    </dgm:pt>
    <dgm:pt modelId="{17E1BBDA-B92B-4FC1-BC95-F1F7530CE558}" type="pres">
      <dgm:prSet presAssocID="{FDB46CA7-678F-45AB-B4A1-06AB8E1E06E1}" presName="sp" presStyleCnt="0"/>
      <dgm:spPr/>
    </dgm:pt>
    <dgm:pt modelId="{0D264AE3-3B4E-4DC3-B540-84A1299060D4}" type="pres">
      <dgm:prSet presAssocID="{6E302061-E377-4648-A641-EBDDB3D07C4B}" presName="composite" presStyleCnt="0"/>
      <dgm:spPr/>
    </dgm:pt>
    <dgm:pt modelId="{071AAA56-84AF-474D-AAF9-9B037F57A4E3}" type="pres">
      <dgm:prSet presAssocID="{6E302061-E377-4648-A641-EBDDB3D07C4B}" presName="parentText" presStyleLbl="alignNode1" presStyleIdx="2" presStyleCnt="4">
        <dgm:presLayoutVars>
          <dgm:chMax val="1"/>
          <dgm:bulletEnabled val="1"/>
        </dgm:presLayoutVars>
      </dgm:prSet>
      <dgm:spPr/>
    </dgm:pt>
    <dgm:pt modelId="{5BD6AA89-AFEC-4554-9340-E599814D96A0}" type="pres">
      <dgm:prSet presAssocID="{6E302061-E377-4648-A641-EBDDB3D07C4B}" presName="descendantText" presStyleLbl="alignAcc1" presStyleIdx="2" presStyleCnt="4">
        <dgm:presLayoutVars>
          <dgm:bulletEnabled val="1"/>
        </dgm:presLayoutVars>
      </dgm:prSet>
      <dgm:spPr/>
    </dgm:pt>
    <dgm:pt modelId="{CE8EE4DB-CB90-4BE1-9672-FC70F5BECF77}" type="pres">
      <dgm:prSet presAssocID="{99246866-0969-4A66-9E64-D3EC70325CC2}" presName="sp" presStyleCnt="0"/>
      <dgm:spPr/>
    </dgm:pt>
    <dgm:pt modelId="{4FF99367-4239-4A5B-8908-479BE3BB5955}" type="pres">
      <dgm:prSet presAssocID="{12E98800-110F-489F-A381-0BC9685B27E4}" presName="composite" presStyleCnt="0"/>
      <dgm:spPr/>
    </dgm:pt>
    <dgm:pt modelId="{98689415-77F3-46CD-B76A-14379655AF59}" type="pres">
      <dgm:prSet presAssocID="{12E98800-110F-489F-A381-0BC9685B27E4}" presName="parentText" presStyleLbl="alignNode1" presStyleIdx="3" presStyleCnt="4">
        <dgm:presLayoutVars>
          <dgm:chMax val="1"/>
          <dgm:bulletEnabled val="1"/>
        </dgm:presLayoutVars>
      </dgm:prSet>
      <dgm:spPr/>
    </dgm:pt>
    <dgm:pt modelId="{916BB299-5CC0-498B-A355-6388BADCB3FB}" type="pres">
      <dgm:prSet presAssocID="{12E98800-110F-489F-A381-0BC9685B27E4}" presName="descendantText" presStyleLbl="alignAcc1" presStyleIdx="3" presStyleCnt="4">
        <dgm:presLayoutVars>
          <dgm:bulletEnabled val="1"/>
        </dgm:presLayoutVars>
      </dgm:prSet>
      <dgm:spPr/>
    </dgm:pt>
  </dgm:ptLst>
  <dgm:cxnLst>
    <dgm:cxn modelId="{785F5B00-EB81-4117-8613-1F3E66C0452B}" type="presOf" srcId="{99C6190D-C12C-4A50-BB37-783FC0FB101F}" destId="{BCC2DC06-94B5-4764-B561-CA3B9F57CEE8}" srcOrd="0" destOrd="0" presId="urn:microsoft.com/office/officeart/2005/8/layout/chevron2"/>
    <dgm:cxn modelId="{4D47D001-9269-4A06-9041-53860CDB3A0D}" type="presOf" srcId="{7F514930-6094-411F-933C-BF6564BA3F3E}" destId="{916BB299-5CC0-498B-A355-6388BADCB3FB}" srcOrd="0" destOrd="0" presId="urn:microsoft.com/office/officeart/2005/8/layout/chevron2"/>
    <dgm:cxn modelId="{5C123F0C-EF2F-4A4D-8A81-9EB00F9876C3}" type="presOf" srcId="{94D2ECEC-842E-43BF-A5CD-73976B1BBD9C}" destId="{916BB299-5CC0-498B-A355-6388BADCB3FB}" srcOrd="0" destOrd="4" presId="urn:microsoft.com/office/officeart/2005/8/layout/chevron2"/>
    <dgm:cxn modelId="{D9032610-0B54-4FEF-98B9-93382670092F}" type="presOf" srcId="{6E302061-E377-4648-A641-EBDDB3D07C4B}" destId="{071AAA56-84AF-474D-AAF9-9B037F57A4E3}" srcOrd="0" destOrd="0" presId="urn:microsoft.com/office/officeart/2005/8/layout/chevron2"/>
    <dgm:cxn modelId="{E30E8112-A571-49B0-9967-73E4A7D513CD}" srcId="{6E302061-E377-4648-A641-EBDDB3D07C4B}" destId="{ADC6FDDE-8948-4B1A-8A85-B42B4ED6F40F}" srcOrd="1" destOrd="0" parTransId="{A63A6F90-1A1F-494F-BBC2-B624DCBF130A}" sibTransId="{20954AB5-3BEE-435A-B90E-CD5D5BAB7807}"/>
    <dgm:cxn modelId="{E1D8EE17-B456-499F-98EC-A80ED992EDA6}" type="presOf" srcId="{4C9EA6C6-51BA-4274-815A-174B3BA25DD3}" destId="{D7EF9546-4618-4723-8E32-EE76E5888509}" srcOrd="0" destOrd="0" presId="urn:microsoft.com/office/officeart/2005/8/layout/chevron2"/>
    <dgm:cxn modelId="{6766B61D-884E-4D0A-8A0D-5052B4FFCBBD}" type="presOf" srcId="{AEEBF98B-DF20-409F-AE21-C59E1A01A4AE}" destId="{D7EF9546-4618-4723-8E32-EE76E5888509}" srcOrd="0" destOrd="2" presId="urn:microsoft.com/office/officeart/2005/8/layout/chevron2"/>
    <dgm:cxn modelId="{9334F32D-7D64-45C6-BE69-2615DCD5D556}" srcId="{99C6190D-C12C-4A50-BB37-783FC0FB101F}" destId="{ACAE1317-304C-4E7B-B92E-CC54B4C7DC41}" srcOrd="0" destOrd="0" parTransId="{CFC9C965-8F11-463E-AA08-65D00293A03B}" sibTransId="{23F2967C-6DB9-47BF-B803-0C51F285A910}"/>
    <dgm:cxn modelId="{9D3ABF33-C883-4CC0-93EC-FF44C624F829}" srcId="{EFF8CFA2-AAE6-4E6F-8D82-A815A6B2A319}" destId="{6E302061-E377-4648-A641-EBDDB3D07C4B}" srcOrd="2" destOrd="0" parTransId="{B04560C2-55EB-4D2F-9B7C-E0E8B6484352}" sibTransId="{99246866-0969-4A66-9E64-D3EC70325CC2}"/>
    <dgm:cxn modelId="{AE5CAA3F-8CA3-4DF6-88E5-539E18776053}" srcId="{12E98800-110F-489F-A381-0BC9685B27E4}" destId="{276F0860-7775-499D-8BF6-B2A683B8B271}" srcOrd="2" destOrd="0" parTransId="{3D4DE991-83AF-46CB-BBC9-CFAAA427EC7A}" sibTransId="{990ECBA4-DBAD-42D3-94A1-5BC95B403B56}"/>
    <dgm:cxn modelId="{D805255E-D320-4B36-9AAC-640EBD0AF9FD}" srcId="{EFF8CFA2-AAE6-4E6F-8D82-A815A6B2A319}" destId="{4A5A535A-52BE-43A3-8EB6-E363CD020D32}" srcOrd="1" destOrd="0" parTransId="{9651D0B3-3E36-4FFC-9BA2-64D75CB6963A}" sibTransId="{FDB46CA7-678F-45AB-B4A1-06AB8E1E06E1}"/>
    <dgm:cxn modelId="{0B9B1B60-AB9B-40BE-AFF1-C338021B1AA2}" srcId="{EFF8CFA2-AAE6-4E6F-8D82-A815A6B2A319}" destId="{12E98800-110F-489F-A381-0BC9685B27E4}" srcOrd="3" destOrd="0" parTransId="{BF4A9423-7220-4BF8-8075-8DAD21ECABFD}" sibTransId="{F09C5397-A85F-4F98-AAAE-C4B57AEC0687}"/>
    <dgm:cxn modelId="{3E85D246-F03F-4075-A064-CF4A1E208499}" type="presOf" srcId="{0476C881-5B39-4317-AE0E-2FE42D65CB14}" destId="{5BD6AA89-AFEC-4554-9340-E599814D96A0}" srcOrd="0" destOrd="0" presId="urn:microsoft.com/office/officeart/2005/8/layout/chevron2"/>
    <dgm:cxn modelId="{260B034A-D9DB-431F-B7D1-E1F01B5B8D35}" type="presOf" srcId="{ADC6FDDE-8948-4B1A-8A85-B42B4ED6F40F}" destId="{5BD6AA89-AFEC-4554-9340-E599814D96A0}" srcOrd="0" destOrd="1" presId="urn:microsoft.com/office/officeart/2005/8/layout/chevron2"/>
    <dgm:cxn modelId="{D5A70D4B-9763-401B-A7AB-A3956970D168}" type="presOf" srcId="{AB2B87AC-69AD-4F89-A308-7D4B1C8ACEDA}" destId="{D7EF9546-4618-4723-8E32-EE76E5888509}" srcOrd="0" destOrd="1" presId="urn:microsoft.com/office/officeart/2005/8/layout/chevron2"/>
    <dgm:cxn modelId="{C498BE4C-5C3C-4148-A506-9210A53FF7D7}" type="presOf" srcId="{4A5A535A-52BE-43A3-8EB6-E363CD020D32}" destId="{4AD87CAD-CAD0-41C1-B31D-9444090878B7}" srcOrd="0" destOrd="0" presId="urn:microsoft.com/office/officeart/2005/8/layout/chevron2"/>
    <dgm:cxn modelId="{95D67E52-AA9D-48A5-A703-771DED124C73}" srcId="{4A5A535A-52BE-43A3-8EB6-E363CD020D32}" destId="{AEEBF98B-DF20-409F-AE21-C59E1A01A4AE}" srcOrd="2" destOrd="0" parTransId="{822825E5-D15B-4F19-8440-9974A6E4591C}" sibTransId="{0A20CB9D-112A-47A9-B291-94BB9DC70BBD}"/>
    <dgm:cxn modelId="{3B642B75-7BF6-49E6-8F4A-6A619B071273}" srcId="{6E302061-E377-4648-A641-EBDDB3D07C4B}" destId="{0476C881-5B39-4317-AE0E-2FE42D65CB14}" srcOrd="0" destOrd="0" parTransId="{FCA99804-A5F0-4152-8AE4-9A5233656CEC}" sibTransId="{07DDA9F8-55BA-4555-A24B-7CB1ECEEA5E5}"/>
    <dgm:cxn modelId="{76F19076-97C3-4573-B367-E7EA93C8461F}" srcId="{4A5A535A-52BE-43A3-8EB6-E363CD020D32}" destId="{4C9EA6C6-51BA-4274-815A-174B3BA25DD3}" srcOrd="0" destOrd="0" parTransId="{403CC458-8DBB-4DA3-AAFA-9452D1831C29}" sibTransId="{51A5AD44-9250-42C6-AE1A-5F63C0FAD36F}"/>
    <dgm:cxn modelId="{DBEF1558-7F79-417B-9E2D-868FCA59861A}" type="presOf" srcId="{276F0860-7775-499D-8BF6-B2A683B8B271}" destId="{916BB299-5CC0-498B-A355-6388BADCB3FB}" srcOrd="0" destOrd="2" presId="urn:microsoft.com/office/officeart/2005/8/layout/chevron2"/>
    <dgm:cxn modelId="{EB9C5480-5BBB-4E1A-9337-BF667F71E4C3}" type="presOf" srcId="{DECC3F2C-1B41-483D-8156-EB960CA150D5}" destId="{679BFE8D-E686-49D3-A645-E692AAD1E479}" srcOrd="0" destOrd="1" presId="urn:microsoft.com/office/officeart/2005/8/layout/chevron2"/>
    <dgm:cxn modelId="{4F19AD94-3F22-481D-9286-49917EC419BA}" type="presOf" srcId="{D9BFF373-40F3-459A-B6B3-CCB8848D3F69}" destId="{916BB299-5CC0-498B-A355-6388BADCB3FB}" srcOrd="0" destOrd="3" presId="urn:microsoft.com/office/officeart/2005/8/layout/chevron2"/>
    <dgm:cxn modelId="{D7E356AA-0353-4F0A-B4A9-FFF144DCFA01}" srcId="{12E98800-110F-489F-A381-0BC9685B27E4}" destId="{94D2ECEC-842E-43BF-A5CD-73976B1BBD9C}" srcOrd="4" destOrd="0" parTransId="{7C05BB04-F83B-47CA-9D4D-F5C2FDC19313}" sibTransId="{3A4F2AA7-5D41-42D2-ADE8-81AE3A615B2F}"/>
    <dgm:cxn modelId="{2B234DAB-BD33-4125-AC46-189408FDD55E}" srcId="{12E98800-110F-489F-A381-0BC9685B27E4}" destId="{D9BFF373-40F3-459A-B6B3-CCB8848D3F69}" srcOrd="3" destOrd="0" parTransId="{0AEB003F-0F99-43E6-9550-56335A421192}" sibTransId="{C6081B57-3936-42E1-BF4E-ACE61C0032AC}"/>
    <dgm:cxn modelId="{184FECB6-DDA9-456A-8B5A-EC92816578AF}" type="presOf" srcId="{5E6EE54F-A18F-42F3-BED2-A3641DE5490A}" destId="{679BFE8D-E686-49D3-A645-E692AAD1E479}" srcOrd="0" destOrd="2" presId="urn:microsoft.com/office/officeart/2005/8/layout/chevron2"/>
    <dgm:cxn modelId="{C741A9BF-2E64-4F82-8603-1A1A1D04ACE1}" srcId="{4A5A535A-52BE-43A3-8EB6-E363CD020D32}" destId="{AB2B87AC-69AD-4F89-A308-7D4B1C8ACEDA}" srcOrd="1" destOrd="0" parTransId="{584DDB1C-72F6-4F50-955F-1A74AF32EFE7}" sibTransId="{89732F8A-47AF-4CFC-A338-D5BB32FCBDCE}"/>
    <dgm:cxn modelId="{6567A7C4-ACD8-4303-B6EF-D587A5E503CA}" srcId="{99C6190D-C12C-4A50-BB37-783FC0FB101F}" destId="{5E6EE54F-A18F-42F3-BED2-A3641DE5490A}" srcOrd="2" destOrd="0" parTransId="{D69E5FFC-5ACB-4E73-B02E-F8B03040D371}" sibTransId="{E848D827-C177-4205-AA92-337D9F88FD4A}"/>
    <dgm:cxn modelId="{4B7DB3C7-83B1-48D7-B441-6EB6C4D80DE5}" srcId="{12E98800-110F-489F-A381-0BC9685B27E4}" destId="{7F514930-6094-411F-933C-BF6564BA3F3E}" srcOrd="0" destOrd="0" parTransId="{246EBC9D-B86A-477C-85F0-F448BCB7C9AE}" sibTransId="{3AE1E82D-E218-4027-961B-7FB68496C40F}"/>
    <dgm:cxn modelId="{578525DD-AD5E-4B9E-B632-FF11656818B0}" type="presOf" srcId="{EFF8CFA2-AAE6-4E6F-8D82-A815A6B2A319}" destId="{6F021AD4-24DA-497E-BF5A-143135826DD3}" srcOrd="0" destOrd="0" presId="urn:microsoft.com/office/officeart/2005/8/layout/chevron2"/>
    <dgm:cxn modelId="{5A26A3DE-66BD-4A56-8A17-CC0DAFC96875}" srcId="{99C6190D-C12C-4A50-BB37-783FC0FB101F}" destId="{DECC3F2C-1B41-483D-8156-EB960CA150D5}" srcOrd="1" destOrd="0" parTransId="{58D2DD97-FF24-4D66-9B00-3CE62D971B7F}" sibTransId="{A55C9AC0-97AB-4FDA-A5EB-EE5049C1B711}"/>
    <dgm:cxn modelId="{3CD4E6DE-FDAC-4CB0-AE06-EAF31451AD4C}" type="presOf" srcId="{ACAE1317-304C-4E7B-B92E-CC54B4C7DC41}" destId="{679BFE8D-E686-49D3-A645-E692AAD1E479}" srcOrd="0" destOrd="0" presId="urn:microsoft.com/office/officeart/2005/8/layout/chevron2"/>
    <dgm:cxn modelId="{47DCEBDE-508E-47EE-B9B9-92AA1512450E}" type="presOf" srcId="{91B4F54D-4C9D-45B0-96E8-ACF6A46D6084}" destId="{916BB299-5CC0-498B-A355-6388BADCB3FB}" srcOrd="0" destOrd="1" presId="urn:microsoft.com/office/officeart/2005/8/layout/chevron2"/>
    <dgm:cxn modelId="{EFE471E2-6137-4E55-8080-9BADAAF503AE}" srcId="{EFF8CFA2-AAE6-4E6F-8D82-A815A6B2A319}" destId="{99C6190D-C12C-4A50-BB37-783FC0FB101F}" srcOrd="0" destOrd="0" parTransId="{625E43C9-A588-44A3-947C-3F7687794C38}" sibTransId="{337BA1C1-5B7F-444E-9400-24433F887AF5}"/>
    <dgm:cxn modelId="{6BA91BE8-EEF6-4F78-B24D-32C17C086F72}" srcId="{12E98800-110F-489F-A381-0BC9685B27E4}" destId="{91B4F54D-4C9D-45B0-96E8-ACF6A46D6084}" srcOrd="1" destOrd="0" parTransId="{FE26C2F8-9E78-4879-B383-EF9215BEA9A3}" sibTransId="{D0386CA1-A07B-4CA7-8B08-37266BCBC1EA}"/>
    <dgm:cxn modelId="{A8162FF1-CF48-4151-BC15-5C8C1C37A46A}" type="presOf" srcId="{12E98800-110F-489F-A381-0BC9685B27E4}" destId="{98689415-77F3-46CD-B76A-14379655AF59}" srcOrd="0" destOrd="0" presId="urn:microsoft.com/office/officeart/2005/8/layout/chevron2"/>
    <dgm:cxn modelId="{F9DD2844-741A-4DB2-A9FF-7C5A8B5835A3}" type="presParOf" srcId="{6F021AD4-24DA-497E-BF5A-143135826DD3}" destId="{CA8B9101-3882-40F6-9853-A8DEE038FA11}" srcOrd="0" destOrd="0" presId="urn:microsoft.com/office/officeart/2005/8/layout/chevron2"/>
    <dgm:cxn modelId="{05CC9A9A-794F-4C4F-8F0A-8F19724B8735}" type="presParOf" srcId="{CA8B9101-3882-40F6-9853-A8DEE038FA11}" destId="{BCC2DC06-94B5-4764-B561-CA3B9F57CEE8}" srcOrd="0" destOrd="0" presId="urn:microsoft.com/office/officeart/2005/8/layout/chevron2"/>
    <dgm:cxn modelId="{CE9FAD5B-CD38-4168-B5B3-A18E0A9461E7}" type="presParOf" srcId="{CA8B9101-3882-40F6-9853-A8DEE038FA11}" destId="{679BFE8D-E686-49D3-A645-E692AAD1E479}" srcOrd="1" destOrd="0" presId="urn:microsoft.com/office/officeart/2005/8/layout/chevron2"/>
    <dgm:cxn modelId="{D92101BE-084D-4714-AD43-53FB5ABC9930}" type="presParOf" srcId="{6F021AD4-24DA-497E-BF5A-143135826DD3}" destId="{29CC4417-1048-4270-8582-BA0A8F170FA6}" srcOrd="1" destOrd="0" presId="urn:microsoft.com/office/officeart/2005/8/layout/chevron2"/>
    <dgm:cxn modelId="{B384C5EC-76FC-4568-ACBF-1DA412BF13E2}" type="presParOf" srcId="{6F021AD4-24DA-497E-BF5A-143135826DD3}" destId="{BB60B6A4-5B02-4C33-97DA-6C1A56F99100}" srcOrd="2" destOrd="0" presId="urn:microsoft.com/office/officeart/2005/8/layout/chevron2"/>
    <dgm:cxn modelId="{965F870E-9A19-4436-B3D8-8704792F6471}" type="presParOf" srcId="{BB60B6A4-5B02-4C33-97DA-6C1A56F99100}" destId="{4AD87CAD-CAD0-41C1-B31D-9444090878B7}" srcOrd="0" destOrd="0" presId="urn:microsoft.com/office/officeart/2005/8/layout/chevron2"/>
    <dgm:cxn modelId="{355D520B-8EEC-415C-9C50-18327FBB0BBD}" type="presParOf" srcId="{BB60B6A4-5B02-4C33-97DA-6C1A56F99100}" destId="{D7EF9546-4618-4723-8E32-EE76E5888509}" srcOrd="1" destOrd="0" presId="urn:microsoft.com/office/officeart/2005/8/layout/chevron2"/>
    <dgm:cxn modelId="{7E79B499-93B2-4D64-864A-AB45353DAA7A}" type="presParOf" srcId="{6F021AD4-24DA-497E-BF5A-143135826DD3}" destId="{17E1BBDA-B92B-4FC1-BC95-F1F7530CE558}" srcOrd="3" destOrd="0" presId="urn:microsoft.com/office/officeart/2005/8/layout/chevron2"/>
    <dgm:cxn modelId="{A12B037A-5D94-4CC7-8B92-F78BA7B766E2}" type="presParOf" srcId="{6F021AD4-24DA-497E-BF5A-143135826DD3}" destId="{0D264AE3-3B4E-4DC3-B540-84A1299060D4}" srcOrd="4" destOrd="0" presId="urn:microsoft.com/office/officeart/2005/8/layout/chevron2"/>
    <dgm:cxn modelId="{3CCD3182-5AC7-47CB-BAEB-8D29ED69C75F}" type="presParOf" srcId="{0D264AE3-3B4E-4DC3-B540-84A1299060D4}" destId="{071AAA56-84AF-474D-AAF9-9B037F57A4E3}" srcOrd="0" destOrd="0" presId="urn:microsoft.com/office/officeart/2005/8/layout/chevron2"/>
    <dgm:cxn modelId="{FCF8570B-E281-4BB0-82FC-875FD6055578}" type="presParOf" srcId="{0D264AE3-3B4E-4DC3-B540-84A1299060D4}" destId="{5BD6AA89-AFEC-4554-9340-E599814D96A0}" srcOrd="1" destOrd="0" presId="urn:microsoft.com/office/officeart/2005/8/layout/chevron2"/>
    <dgm:cxn modelId="{39684FE8-5C63-4462-90D1-F03FC386C23F}" type="presParOf" srcId="{6F021AD4-24DA-497E-BF5A-143135826DD3}" destId="{CE8EE4DB-CB90-4BE1-9672-FC70F5BECF77}" srcOrd="5" destOrd="0" presId="urn:microsoft.com/office/officeart/2005/8/layout/chevron2"/>
    <dgm:cxn modelId="{015E665B-AE65-4844-B987-A588558B8587}" type="presParOf" srcId="{6F021AD4-24DA-497E-BF5A-143135826DD3}" destId="{4FF99367-4239-4A5B-8908-479BE3BB5955}" srcOrd="6" destOrd="0" presId="urn:microsoft.com/office/officeart/2005/8/layout/chevron2"/>
    <dgm:cxn modelId="{93B5E992-EC95-4415-8E99-6758E372B2F1}" type="presParOf" srcId="{4FF99367-4239-4A5B-8908-479BE3BB5955}" destId="{98689415-77F3-46CD-B76A-14379655AF59}" srcOrd="0" destOrd="0" presId="urn:microsoft.com/office/officeart/2005/8/layout/chevron2"/>
    <dgm:cxn modelId="{4B4713B4-0A83-4511-9A4F-D5E6C9E68146}" type="presParOf" srcId="{4FF99367-4239-4A5B-8908-479BE3BB5955}" destId="{916BB299-5CC0-498B-A355-6388BADCB3F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2DC06-94B5-4764-B561-CA3B9F57CEE8}">
      <dsp:nvSpPr>
        <dsp:cNvPr id="0" name=""/>
        <dsp:cNvSpPr/>
      </dsp:nvSpPr>
      <dsp:spPr>
        <a:xfrm rot="5400000">
          <a:off x="-223558" y="226624"/>
          <a:ext cx="1490389" cy="1043272"/>
        </a:xfrm>
        <a:prstGeom prst="chevron">
          <a:avLst/>
        </a:prstGeom>
        <a:solidFill>
          <a:schemeClr val="accent1">
            <a:shade val="50000"/>
            <a:hueOff val="0"/>
            <a:satOff val="0"/>
            <a:lumOff val="0"/>
            <a:alphaOff val="0"/>
          </a:schemeClr>
        </a:solidFill>
        <a:ln w="1270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b="1" kern="1200">
              <a:latin typeface="Calibri Light" panose="020F0302020204030204"/>
            </a:rPr>
            <a:t>Backend</a:t>
          </a:r>
          <a:endParaRPr lang="es-ES" sz="1500" b="1" kern="1200"/>
        </a:p>
      </dsp:txBody>
      <dsp:txXfrm rot="-5400000">
        <a:off x="1" y="524701"/>
        <a:ext cx="1043272" cy="447117"/>
      </dsp:txXfrm>
    </dsp:sp>
    <dsp:sp modelId="{679BFE8D-E686-49D3-A645-E692AAD1E479}">
      <dsp:nvSpPr>
        <dsp:cNvPr id="0" name=""/>
        <dsp:cNvSpPr/>
      </dsp:nvSpPr>
      <dsp:spPr>
        <a:xfrm rot="5400000">
          <a:off x="5017472" y="-3971133"/>
          <a:ext cx="968753" cy="8917153"/>
        </a:xfrm>
        <a:prstGeom prst="round2SameRect">
          <a:avLst/>
        </a:prstGeom>
        <a:solidFill>
          <a:schemeClr val="lt1">
            <a:alpha val="90000"/>
            <a:hueOff val="0"/>
            <a:satOff val="0"/>
            <a:lumOff val="0"/>
            <a:alphaOff val="0"/>
          </a:schemeClr>
        </a:solidFill>
        <a:ln w="1270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ES" sz="1800" kern="1200">
              <a:latin typeface="Calibri Light" panose="020F0302020204030204"/>
            </a:rPr>
            <a:t>Python</a:t>
          </a:r>
          <a:endParaRPr lang="es-ES" sz="1800" kern="1200"/>
        </a:p>
        <a:p>
          <a:pPr marL="171450" lvl="1" indent="-171450" algn="l" defTabSz="800100">
            <a:lnSpc>
              <a:spcPct val="90000"/>
            </a:lnSpc>
            <a:spcBef>
              <a:spcPct val="0"/>
            </a:spcBef>
            <a:spcAft>
              <a:spcPct val="15000"/>
            </a:spcAft>
            <a:buChar char="•"/>
          </a:pPr>
          <a:r>
            <a:rPr lang="es-ES" sz="1800" kern="1200">
              <a:latin typeface="Calibri Light" panose="020F0302020204030204"/>
            </a:rPr>
            <a:t>Flask</a:t>
          </a:r>
          <a:endParaRPr lang="es-ES" sz="1800" kern="1200"/>
        </a:p>
        <a:p>
          <a:pPr marL="171450" lvl="1" indent="-171450" algn="l" defTabSz="800100">
            <a:lnSpc>
              <a:spcPct val="90000"/>
            </a:lnSpc>
            <a:spcBef>
              <a:spcPct val="0"/>
            </a:spcBef>
            <a:spcAft>
              <a:spcPct val="15000"/>
            </a:spcAft>
            <a:buChar char="•"/>
          </a:pPr>
          <a:r>
            <a:rPr lang="es-ES" sz="1800" kern="1200">
              <a:latin typeface="Calibri Light" panose="020F0302020204030204"/>
            </a:rPr>
            <a:t>JavaScript</a:t>
          </a:r>
          <a:endParaRPr lang="es-ES" sz="1800" kern="1200"/>
        </a:p>
      </dsp:txBody>
      <dsp:txXfrm rot="-5400000">
        <a:off x="1043273" y="50357"/>
        <a:ext cx="8869862" cy="874171"/>
      </dsp:txXfrm>
    </dsp:sp>
    <dsp:sp modelId="{4AD87CAD-CAD0-41C1-B31D-9444090878B7}">
      <dsp:nvSpPr>
        <dsp:cNvPr id="0" name=""/>
        <dsp:cNvSpPr/>
      </dsp:nvSpPr>
      <dsp:spPr>
        <a:xfrm rot="5400000">
          <a:off x="-223558" y="1572772"/>
          <a:ext cx="1490389" cy="1043272"/>
        </a:xfrm>
        <a:prstGeom prst="chevron">
          <a:avLst/>
        </a:prstGeom>
        <a:solidFill>
          <a:schemeClr val="accent1">
            <a:shade val="50000"/>
            <a:hueOff val="167129"/>
            <a:satOff val="4478"/>
            <a:lumOff val="19726"/>
            <a:alphaOff val="0"/>
          </a:schemeClr>
        </a:solidFill>
        <a:ln w="12700" cap="flat" cmpd="sng" algn="ctr">
          <a:solidFill>
            <a:schemeClr val="accent1">
              <a:shade val="50000"/>
              <a:hueOff val="167129"/>
              <a:satOff val="4478"/>
              <a:lumOff val="19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b="1" kern="1200">
              <a:latin typeface="Calibri Light" panose="020F0302020204030204"/>
            </a:rPr>
            <a:t>Frontend</a:t>
          </a:r>
          <a:endParaRPr lang="es-ES" sz="1500" b="1" kern="1200"/>
        </a:p>
      </dsp:txBody>
      <dsp:txXfrm rot="-5400000">
        <a:off x="1" y="1870849"/>
        <a:ext cx="1043272" cy="447117"/>
      </dsp:txXfrm>
    </dsp:sp>
    <dsp:sp modelId="{D7EF9546-4618-4723-8E32-EE76E5888509}">
      <dsp:nvSpPr>
        <dsp:cNvPr id="0" name=""/>
        <dsp:cNvSpPr/>
      </dsp:nvSpPr>
      <dsp:spPr>
        <a:xfrm rot="5400000">
          <a:off x="5017472" y="-2624985"/>
          <a:ext cx="968753" cy="8917153"/>
        </a:xfrm>
        <a:prstGeom prst="round2SameRect">
          <a:avLst/>
        </a:prstGeom>
        <a:solidFill>
          <a:schemeClr val="lt1">
            <a:alpha val="90000"/>
            <a:hueOff val="0"/>
            <a:satOff val="0"/>
            <a:lumOff val="0"/>
            <a:alphaOff val="0"/>
          </a:schemeClr>
        </a:solidFill>
        <a:ln w="12700" cap="flat" cmpd="sng" algn="ctr">
          <a:solidFill>
            <a:schemeClr val="accent1">
              <a:shade val="50000"/>
              <a:hueOff val="167129"/>
              <a:satOff val="4478"/>
              <a:lumOff val="1972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s-ES" sz="1800" kern="1200">
              <a:latin typeface="Calibri Light" panose="020F0302020204030204"/>
            </a:rPr>
            <a:t>HTML</a:t>
          </a:r>
          <a:endParaRPr lang="es-ES" sz="1800" kern="1200"/>
        </a:p>
        <a:p>
          <a:pPr marL="171450" lvl="1" indent="-171450" algn="l" defTabSz="800100" rtl="0">
            <a:lnSpc>
              <a:spcPct val="90000"/>
            </a:lnSpc>
            <a:spcBef>
              <a:spcPct val="0"/>
            </a:spcBef>
            <a:spcAft>
              <a:spcPct val="15000"/>
            </a:spcAft>
            <a:buChar char="•"/>
          </a:pPr>
          <a:r>
            <a:rPr lang="es-ES" sz="1800" kern="1200">
              <a:latin typeface="Calibri Light" panose="020F0302020204030204"/>
            </a:rPr>
            <a:t>CSS</a:t>
          </a:r>
        </a:p>
        <a:p>
          <a:pPr marL="171450" lvl="1" indent="-171450" algn="l" defTabSz="800100">
            <a:lnSpc>
              <a:spcPct val="90000"/>
            </a:lnSpc>
            <a:spcBef>
              <a:spcPct val="0"/>
            </a:spcBef>
            <a:spcAft>
              <a:spcPct val="15000"/>
            </a:spcAft>
            <a:buChar char="•"/>
          </a:pPr>
          <a:r>
            <a:rPr lang="es-ES" sz="1800" kern="1200">
              <a:latin typeface="Calibri Light" panose="020F0302020204030204"/>
            </a:rPr>
            <a:t>JavasScript</a:t>
          </a:r>
          <a:endParaRPr lang="es-ES" sz="1800" kern="1200"/>
        </a:p>
      </dsp:txBody>
      <dsp:txXfrm rot="-5400000">
        <a:off x="1043273" y="1396505"/>
        <a:ext cx="8869862" cy="874171"/>
      </dsp:txXfrm>
    </dsp:sp>
    <dsp:sp modelId="{071AAA56-84AF-474D-AAF9-9B037F57A4E3}">
      <dsp:nvSpPr>
        <dsp:cNvPr id="0" name=""/>
        <dsp:cNvSpPr/>
      </dsp:nvSpPr>
      <dsp:spPr>
        <a:xfrm rot="5400000">
          <a:off x="-223558" y="2918920"/>
          <a:ext cx="1490389" cy="1043272"/>
        </a:xfrm>
        <a:prstGeom prst="chevron">
          <a:avLst/>
        </a:prstGeom>
        <a:solidFill>
          <a:schemeClr val="accent1">
            <a:shade val="50000"/>
            <a:hueOff val="334258"/>
            <a:satOff val="8955"/>
            <a:lumOff val="39453"/>
            <a:alphaOff val="0"/>
          </a:schemeClr>
        </a:solidFill>
        <a:ln w="12700" cap="flat" cmpd="sng" algn="ctr">
          <a:solidFill>
            <a:schemeClr val="accent1">
              <a:shade val="50000"/>
              <a:hueOff val="334258"/>
              <a:satOff val="8955"/>
              <a:lumOff val="394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s-ES" sz="1500" b="1" kern="1200">
              <a:latin typeface="Calibri Light" panose="020F0302020204030204"/>
            </a:rPr>
            <a:t>Base de datos</a:t>
          </a:r>
          <a:endParaRPr lang="es-ES" sz="1500" b="1" kern="1200"/>
        </a:p>
      </dsp:txBody>
      <dsp:txXfrm rot="-5400000">
        <a:off x="1" y="3216997"/>
        <a:ext cx="1043272" cy="447117"/>
      </dsp:txXfrm>
    </dsp:sp>
    <dsp:sp modelId="{5BD6AA89-AFEC-4554-9340-E599814D96A0}">
      <dsp:nvSpPr>
        <dsp:cNvPr id="0" name=""/>
        <dsp:cNvSpPr/>
      </dsp:nvSpPr>
      <dsp:spPr>
        <a:xfrm rot="5400000">
          <a:off x="5017472" y="-1278837"/>
          <a:ext cx="968753" cy="8917153"/>
        </a:xfrm>
        <a:prstGeom prst="round2SameRect">
          <a:avLst/>
        </a:prstGeom>
        <a:solidFill>
          <a:schemeClr val="lt1">
            <a:alpha val="90000"/>
            <a:hueOff val="0"/>
            <a:satOff val="0"/>
            <a:lumOff val="0"/>
            <a:alphaOff val="0"/>
          </a:schemeClr>
        </a:solidFill>
        <a:ln w="12700" cap="flat" cmpd="sng" algn="ctr">
          <a:solidFill>
            <a:schemeClr val="accent1">
              <a:shade val="50000"/>
              <a:hueOff val="334258"/>
              <a:satOff val="8955"/>
              <a:lumOff val="394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es-ES" sz="1800" kern="1200">
              <a:latin typeface="Calibri Light" panose="020F0302020204030204"/>
            </a:rPr>
            <a:t>MySQL</a:t>
          </a:r>
          <a:endParaRPr lang="es-ES" sz="1800" kern="1200"/>
        </a:p>
        <a:p>
          <a:pPr marL="171450" lvl="1" indent="-171450" algn="l" defTabSz="800100" rtl="0">
            <a:lnSpc>
              <a:spcPct val="90000"/>
            </a:lnSpc>
            <a:spcBef>
              <a:spcPct val="0"/>
            </a:spcBef>
            <a:spcAft>
              <a:spcPct val="15000"/>
            </a:spcAft>
            <a:buChar char="•"/>
          </a:pPr>
          <a:r>
            <a:rPr lang="es-ES" sz="1800" kern="1200">
              <a:latin typeface="Calibri Light" panose="020F0302020204030204"/>
            </a:rPr>
            <a:t>Google Calendar</a:t>
          </a:r>
        </a:p>
      </dsp:txBody>
      <dsp:txXfrm rot="-5400000">
        <a:off x="1043273" y="2742653"/>
        <a:ext cx="8869862" cy="874171"/>
      </dsp:txXfrm>
    </dsp:sp>
    <dsp:sp modelId="{98689415-77F3-46CD-B76A-14379655AF59}">
      <dsp:nvSpPr>
        <dsp:cNvPr id="0" name=""/>
        <dsp:cNvSpPr/>
      </dsp:nvSpPr>
      <dsp:spPr>
        <a:xfrm rot="5400000">
          <a:off x="-223558" y="4265068"/>
          <a:ext cx="1490389" cy="1043272"/>
        </a:xfrm>
        <a:prstGeom prst="chevron">
          <a:avLst/>
        </a:prstGeom>
        <a:solidFill>
          <a:schemeClr val="accent1">
            <a:shade val="50000"/>
            <a:hueOff val="167129"/>
            <a:satOff val="4478"/>
            <a:lumOff val="19726"/>
            <a:alphaOff val="0"/>
          </a:schemeClr>
        </a:solidFill>
        <a:ln w="12700" cap="flat" cmpd="sng" algn="ctr">
          <a:solidFill>
            <a:schemeClr val="accent1">
              <a:shade val="50000"/>
              <a:hueOff val="167129"/>
              <a:satOff val="4478"/>
              <a:lumOff val="19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s-ES" sz="1500" b="1" kern="1200">
              <a:latin typeface="Calibri Light" panose="020F0302020204030204"/>
            </a:rPr>
            <a:t>Herramientas</a:t>
          </a:r>
        </a:p>
      </dsp:txBody>
      <dsp:txXfrm rot="-5400000">
        <a:off x="1" y="4563145"/>
        <a:ext cx="1043272" cy="447117"/>
      </dsp:txXfrm>
    </dsp:sp>
    <dsp:sp modelId="{916BB299-5CC0-498B-A355-6388BADCB3FB}">
      <dsp:nvSpPr>
        <dsp:cNvPr id="0" name=""/>
        <dsp:cNvSpPr/>
      </dsp:nvSpPr>
      <dsp:spPr>
        <a:xfrm rot="5400000">
          <a:off x="5017472" y="67310"/>
          <a:ext cx="968753" cy="8917153"/>
        </a:xfrm>
        <a:prstGeom prst="round2SameRect">
          <a:avLst/>
        </a:prstGeom>
        <a:solidFill>
          <a:schemeClr val="lt1">
            <a:alpha val="90000"/>
            <a:hueOff val="0"/>
            <a:satOff val="0"/>
            <a:lumOff val="0"/>
            <a:alphaOff val="0"/>
          </a:schemeClr>
        </a:solidFill>
        <a:ln w="12700" cap="flat" cmpd="sng" algn="ctr">
          <a:solidFill>
            <a:schemeClr val="accent1">
              <a:shade val="50000"/>
              <a:hueOff val="167129"/>
              <a:satOff val="4478"/>
              <a:lumOff val="1972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s-ES" sz="1200" kern="1200">
              <a:latin typeface="Calibri Light" panose="020F0302020204030204"/>
            </a:rPr>
            <a:t>Visual Studio Code</a:t>
          </a:r>
        </a:p>
        <a:p>
          <a:pPr marL="114300" lvl="1" indent="-114300" algn="l" defTabSz="533400" rtl="0">
            <a:lnSpc>
              <a:spcPct val="90000"/>
            </a:lnSpc>
            <a:spcBef>
              <a:spcPct val="0"/>
            </a:spcBef>
            <a:spcAft>
              <a:spcPct val="15000"/>
            </a:spcAft>
            <a:buChar char="•"/>
          </a:pPr>
          <a:r>
            <a:rPr lang="es-ES" sz="1200" kern="1200">
              <a:latin typeface="Calibri Light" panose="020F0302020204030204"/>
            </a:rPr>
            <a:t>GitHub</a:t>
          </a:r>
        </a:p>
        <a:p>
          <a:pPr marL="114300" lvl="1" indent="-114300" algn="l" defTabSz="533400" rtl="0">
            <a:lnSpc>
              <a:spcPct val="90000"/>
            </a:lnSpc>
            <a:spcBef>
              <a:spcPct val="0"/>
            </a:spcBef>
            <a:spcAft>
              <a:spcPct val="15000"/>
            </a:spcAft>
            <a:buChar char="•"/>
          </a:pPr>
          <a:r>
            <a:rPr lang="es-ES" sz="1200" kern="1200">
              <a:latin typeface="Calibri Light" panose="020F0302020204030204"/>
            </a:rPr>
            <a:t>MySQL workbench</a:t>
          </a:r>
        </a:p>
        <a:p>
          <a:pPr marL="114300" lvl="1" indent="-114300" algn="l" defTabSz="533400">
            <a:lnSpc>
              <a:spcPct val="90000"/>
            </a:lnSpc>
            <a:spcBef>
              <a:spcPct val="0"/>
            </a:spcBef>
            <a:spcAft>
              <a:spcPct val="15000"/>
            </a:spcAft>
            <a:buChar char="•"/>
          </a:pPr>
          <a:r>
            <a:rPr lang="es-ES" sz="1200" kern="1200">
              <a:latin typeface="Calibri Light" panose="020F0302020204030204"/>
            </a:rPr>
            <a:t>Aiven</a:t>
          </a:r>
        </a:p>
        <a:p>
          <a:pPr marL="114300" lvl="1" indent="-114300" algn="l" defTabSz="533400">
            <a:lnSpc>
              <a:spcPct val="90000"/>
            </a:lnSpc>
            <a:spcBef>
              <a:spcPct val="0"/>
            </a:spcBef>
            <a:spcAft>
              <a:spcPct val="15000"/>
            </a:spcAft>
            <a:buChar char="•"/>
          </a:pPr>
          <a:r>
            <a:rPr lang="es-ES" sz="1200" kern="1200">
              <a:latin typeface="Calibri Light" panose="020F0302020204030204"/>
            </a:rPr>
            <a:t>Render</a:t>
          </a:r>
        </a:p>
      </dsp:txBody>
      <dsp:txXfrm rot="-5400000">
        <a:off x="1043273" y="4088801"/>
        <a:ext cx="8869862" cy="87417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V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VE"/>
          </a:p>
        </p:txBody>
      </p:sp>
      <p:sp>
        <p:nvSpPr>
          <p:cNvPr id="4" name="Marcador de fecha 3"/>
          <p:cNvSpPr>
            <a:spLocks noGrp="1"/>
          </p:cNvSpPr>
          <p:nvPr>
            <p:ph type="dt" sz="half" idx="10"/>
          </p:nvPr>
        </p:nvSpPr>
        <p:spPr/>
        <p:txBody>
          <a:bodyPr/>
          <a:lstStyle/>
          <a:p>
            <a:fld id="{0093B575-880D-49D2-8A82-DE0618B8EED9}" type="datetimeFigureOut">
              <a:rPr lang="es-VE" smtClean="0"/>
              <a:t>12/3/2026</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1814763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0093B575-880D-49D2-8A82-DE0618B8EED9}" type="datetimeFigureOut">
              <a:rPr lang="es-VE" smtClean="0"/>
              <a:t>12/3/2026</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995952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V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093B575-880D-49D2-8A82-DE0618B8EED9}" type="datetimeFigureOut">
              <a:rPr lang="es-VE" smtClean="0"/>
              <a:t>12/3/2026</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3352610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Marcador de fecha 4"/>
          <p:cNvSpPr>
            <a:spLocks noGrp="1"/>
          </p:cNvSpPr>
          <p:nvPr>
            <p:ph type="dt" sz="half" idx="10"/>
          </p:nvPr>
        </p:nvSpPr>
        <p:spPr/>
        <p:txBody>
          <a:bodyPr/>
          <a:lstStyle/>
          <a:p>
            <a:fld id="{0093B575-880D-49D2-8A82-DE0618B8EED9}" type="datetimeFigureOut">
              <a:rPr lang="es-VE" smtClean="0"/>
              <a:t>12/3/2026</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3048371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V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7" name="Marcador de fecha 6"/>
          <p:cNvSpPr>
            <a:spLocks noGrp="1"/>
          </p:cNvSpPr>
          <p:nvPr>
            <p:ph type="dt" sz="half" idx="10"/>
          </p:nvPr>
        </p:nvSpPr>
        <p:spPr/>
        <p:txBody>
          <a:bodyPr/>
          <a:lstStyle/>
          <a:p>
            <a:fld id="{0093B575-880D-49D2-8A82-DE0618B8EED9}" type="datetimeFigureOut">
              <a:rPr lang="es-VE" smtClean="0"/>
              <a:t>12/3/2026</a:t>
            </a:fld>
            <a:endParaRPr lang="es-VE"/>
          </a:p>
        </p:txBody>
      </p:sp>
      <p:sp>
        <p:nvSpPr>
          <p:cNvPr id="8" name="Marcador de pie de página 7"/>
          <p:cNvSpPr>
            <a:spLocks noGrp="1"/>
          </p:cNvSpPr>
          <p:nvPr>
            <p:ph type="ftr" sz="quarter" idx="11"/>
          </p:nvPr>
        </p:nvSpPr>
        <p:spPr/>
        <p:txBody>
          <a:bodyPr/>
          <a:lstStyle/>
          <a:p>
            <a:endParaRPr lang="es-VE"/>
          </a:p>
        </p:txBody>
      </p:sp>
      <p:sp>
        <p:nvSpPr>
          <p:cNvPr id="9" name="Marcador de número de diapositiva 8"/>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2833601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fecha 2"/>
          <p:cNvSpPr>
            <a:spLocks noGrp="1"/>
          </p:cNvSpPr>
          <p:nvPr>
            <p:ph type="dt" sz="half" idx="10"/>
          </p:nvPr>
        </p:nvSpPr>
        <p:spPr/>
        <p:txBody>
          <a:bodyPr/>
          <a:lstStyle/>
          <a:p>
            <a:fld id="{0093B575-880D-49D2-8A82-DE0618B8EED9}" type="datetimeFigureOut">
              <a:rPr lang="es-VE" smtClean="0"/>
              <a:t>12/3/2026</a:t>
            </a:fld>
            <a:endParaRPr lang="es-VE"/>
          </a:p>
        </p:txBody>
      </p:sp>
      <p:sp>
        <p:nvSpPr>
          <p:cNvPr id="4" name="Marcador de pie de página 3"/>
          <p:cNvSpPr>
            <a:spLocks noGrp="1"/>
          </p:cNvSpPr>
          <p:nvPr>
            <p:ph type="ftr" sz="quarter" idx="11"/>
          </p:nvPr>
        </p:nvSpPr>
        <p:spPr/>
        <p:txBody>
          <a:bodyPr/>
          <a:lstStyle/>
          <a:p>
            <a:endParaRPr lang="es-VE"/>
          </a:p>
        </p:txBody>
      </p:sp>
      <p:sp>
        <p:nvSpPr>
          <p:cNvPr id="5" name="Marcador de número de diapositiva 4"/>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959592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093B575-880D-49D2-8A82-DE0618B8EED9}" type="datetimeFigureOut">
              <a:rPr lang="es-VE" smtClean="0"/>
              <a:t>12/3/2026</a:t>
            </a:fld>
            <a:endParaRPr lang="es-VE"/>
          </a:p>
        </p:txBody>
      </p:sp>
      <p:sp>
        <p:nvSpPr>
          <p:cNvPr id="3" name="Marcador de pie de página 2"/>
          <p:cNvSpPr>
            <a:spLocks noGrp="1"/>
          </p:cNvSpPr>
          <p:nvPr>
            <p:ph type="ftr" sz="quarter" idx="11"/>
          </p:nvPr>
        </p:nvSpPr>
        <p:spPr/>
        <p:txBody>
          <a:bodyPr/>
          <a:lstStyle/>
          <a:p>
            <a:endParaRPr lang="es-VE"/>
          </a:p>
        </p:txBody>
      </p:sp>
      <p:sp>
        <p:nvSpPr>
          <p:cNvPr id="4" name="Marcador de número de diapositiva 3"/>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2577038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V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093B575-880D-49D2-8A82-DE0618B8EED9}" type="datetimeFigureOut">
              <a:rPr lang="es-VE" smtClean="0"/>
              <a:t>12/3/2026</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23152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V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V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093B575-880D-49D2-8A82-DE0618B8EED9}" type="datetimeFigureOut">
              <a:rPr lang="es-VE" smtClean="0"/>
              <a:t>12/3/2026</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1363184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0093B575-880D-49D2-8A82-DE0618B8EED9}" type="datetimeFigureOut">
              <a:rPr lang="es-VE" smtClean="0"/>
              <a:t>12/3/2026</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1105669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V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0093B575-880D-49D2-8A82-DE0618B8EED9}" type="datetimeFigureOut">
              <a:rPr lang="es-VE" smtClean="0"/>
              <a:t>12/3/2026</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A5509156-D94A-49C2-BCAF-F5C01C01892D}" type="slidenum">
              <a:rPr lang="es-VE" smtClean="0"/>
              <a:t>‹Nº›</a:t>
            </a:fld>
            <a:endParaRPr lang="es-VE"/>
          </a:p>
        </p:txBody>
      </p:sp>
    </p:spTree>
    <p:extLst>
      <p:ext uri="{BB962C8B-B14F-4D97-AF65-F5344CB8AC3E}">
        <p14:creationId xmlns:p14="http://schemas.microsoft.com/office/powerpoint/2010/main" val="346480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V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3B575-880D-49D2-8A82-DE0618B8EED9}" type="datetimeFigureOut">
              <a:rPr lang="es-VE" smtClean="0"/>
              <a:t>12/3/2026</a:t>
            </a:fld>
            <a:endParaRPr lang="es-V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V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509156-D94A-49C2-BCAF-F5C01C01892D}" type="slidenum">
              <a:rPr lang="es-VE" smtClean="0"/>
              <a:t>‹Nº›</a:t>
            </a:fld>
            <a:endParaRPr lang="es-VE"/>
          </a:p>
        </p:txBody>
      </p:sp>
    </p:spTree>
    <p:extLst>
      <p:ext uri="{BB962C8B-B14F-4D97-AF65-F5344CB8AC3E}">
        <p14:creationId xmlns:p14="http://schemas.microsoft.com/office/powerpoint/2010/main" val="1653670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diagramLayout" Target="../diagrams/layout1.xml"/><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jpeg"/><Relationship Id="rId2" Type="http://schemas.openxmlformats.org/officeDocument/2006/relationships/diagramData" Target="../diagrams/data1.xml"/><Relationship Id="rId16" Type="http://schemas.openxmlformats.org/officeDocument/2006/relationships/image" Target="../media/image12.png"/><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7.png"/><Relationship Id="rId5" Type="http://schemas.openxmlformats.org/officeDocument/2006/relationships/diagramColors" Target="../diagrams/colors1.xml"/><Relationship Id="rId15" Type="http://schemas.openxmlformats.org/officeDocument/2006/relationships/image" Target="../media/image11.png"/><Relationship Id="rId10" Type="http://schemas.openxmlformats.org/officeDocument/2006/relationships/image" Target="../media/image6.png"/><Relationship Id="rId4" Type="http://schemas.openxmlformats.org/officeDocument/2006/relationships/diagramQuickStyle" Target="../diagrams/quickStyle1.xml"/><Relationship Id="rId9" Type="http://schemas.openxmlformats.org/officeDocument/2006/relationships/image" Target="../media/image5.png"/><Relationship Id="rId1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965" y="282653"/>
            <a:ext cx="1020690" cy="1246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p:cNvSpPr/>
          <p:nvPr/>
        </p:nvSpPr>
        <p:spPr>
          <a:xfrm>
            <a:off x="3214688" y="259255"/>
            <a:ext cx="5129212" cy="1323439"/>
          </a:xfrm>
          <a:prstGeom prst="rect">
            <a:avLst/>
          </a:prstGeom>
        </p:spPr>
        <p:txBody>
          <a:bodyPr wrap="square">
            <a:spAutoFit/>
          </a:bodyPr>
          <a:lstStyle/>
          <a:p>
            <a:pPr algn="ctr"/>
            <a:r>
              <a:rPr lang="es-VE" sz="2000">
                <a:latin typeface="Calibri" panose="020F0502020204030204" pitchFamily="34" charset="0"/>
                <a:ea typeface="Calibri" panose="020F0502020204030204" pitchFamily="34" charset="0"/>
                <a:cs typeface="Times New Roman" panose="02020603050405020304" pitchFamily="18" charset="0"/>
              </a:rPr>
              <a:t>UNIVERSIDAD DEL ZULIA           </a:t>
            </a:r>
          </a:p>
          <a:p>
            <a:pPr algn="ctr"/>
            <a:r>
              <a:rPr lang="es-VE" sz="2000">
                <a:latin typeface="Calibri" panose="020F0502020204030204" pitchFamily="34" charset="0"/>
                <a:ea typeface="Calibri" panose="020F0502020204030204" pitchFamily="34" charset="0"/>
                <a:cs typeface="Times New Roman" panose="02020603050405020304" pitchFamily="18" charset="0"/>
              </a:rPr>
              <a:t>FACULTAD</a:t>
            </a:r>
            <a:r>
              <a:rPr lang="es-VE" sz="2000" spc="-15">
                <a:latin typeface="Calibri" panose="020F0502020204030204" pitchFamily="34" charset="0"/>
                <a:ea typeface="Calibri" panose="020F0502020204030204" pitchFamily="34" charset="0"/>
                <a:cs typeface="Times New Roman" panose="02020603050405020304" pitchFamily="18" charset="0"/>
              </a:rPr>
              <a:t> </a:t>
            </a:r>
            <a:r>
              <a:rPr lang="es-VE" sz="2000">
                <a:latin typeface="Calibri" panose="020F0502020204030204" pitchFamily="34" charset="0"/>
                <a:ea typeface="Calibri" panose="020F0502020204030204" pitchFamily="34" charset="0"/>
                <a:cs typeface="Times New Roman" panose="02020603050405020304" pitchFamily="18" charset="0"/>
              </a:rPr>
              <a:t>EXPERIMENTAL</a:t>
            </a:r>
            <a:r>
              <a:rPr lang="es-VE" sz="2000" spc="-30">
                <a:latin typeface="Calibri" panose="020F0502020204030204" pitchFamily="34" charset="0"/>
                <a:ea typeface="Calibri" panose="020F0502020204030204" pitchFamily="34" charset="0"/>
                <a:cs typeface="Times New Roman" panose="02020603050405020304" pitchFamily="18" charset="0"/>
              </a:rPr>
              <a:t> </a:t>
            </a:r>
            <a:r>
              <a:rPr lang="es-VE" sz="2000">
                <a:latin typeface="Calibri" panose="020F0502020204030204" pitchFamily="34" charset="0"/>
                <a:ea typeface="Calibri" panose="020F0502020204030204" pitchFamily="34" charset="0"/>
                <a:cs typeface="Times New Roman" panose="02020603050405020304" pitchFamily="18" charset="0"/>
              </a:rPr>
              <a:t>DE</a:t>
            </a:r>
            <a:r>
              <a:rPr lang="es-VE" sz="2000" spc="-20">
                <a:latin typeface="Calibri" panose="020F0502020204030204" pitchFamily="34" charset="0"/>
                <a:ea typeface="Calibri" panose="020F0502020204030204" pitchFamily="34" charset="0"/>
                <a:cs typeface="Times New Roman" panose="02020603050405020304" pitchFamily="18" charset="0"/>
              </a:rPr>
              <a:t> </a:t>
            </a:r>
            <a:r>
              <a:rPr lang="es-VE" sz="2000">
                <a:latin typeface="Calibri" panose="020F0502020204030204" pitchFamily="34" charset="0"/>
                <a:ea typeface="Calibri" panose="020F0502020204030204" pitchFamily="34" charset="0"/>
                <a:cs typeface="Times New Roman" panose="02020603050405020304" pitchFamily="18" charset="0"/>
              </a:rPr>
              <a:t>CIENCIAS</a:t>
            </a:r>
          </a:p>
          <a:p>
            <a:pPr algn="ctr"/>
            <a:r>
              <a:rPr lang="es-VE" sz="2000"/>
              <a:t>DIVISIÓN DE PROGRAMAS ESPECIALES</a:t>
            </a:r>
            <a:endParaRPr lang="en-US" sz="2000"/>
          </a:p>
          <a:p>
            <a:pPr algn="ctr"/>
            <a:r>
              <a:rPr lang="es-VE" sz="2000"/>
              <a:t>LICENCIATURA EN COMPUTACIÓN</a:t>
            </a:r>
          </a:p>
        </p:txBody>
      </p:sp>
      <p:sp>
        <p:nvSpPr>
          <p:cNvPr id="8" name="Rectángulo 7"/>
          <p:cNvSpPr/>
          <p:nvPr/>
        </p:nvSpPr>
        <p:spPr>
          <a:xfrm>
            <a:off x="1807593" y="2190371"/>
            <a:ext cx="8511908" cy="769441"/>
          </a:xfrm>
          <a:prstGeom prst="rect">
            <a:avLst/>
          </a:prstGeom>
        </p:spPr>
        <p:txBody>
          <a:bodyPr wrap="square">
            <a:spAutoFit/>
          </a:bodyPr>
          <a:lstStyle/>
          <a:p>
            <a:pPr algn="ctr"/>
            <a:r>
              <a:rPr lang="es-VE" sz="4400">
                <a:latin typeface="Calibri" panose="020F0502020204030204" pitchFamily="34" charset="0"/>
                <a:ea typeface="Calibri" panose="020F0502020204030204" pitchFamily="34" charset="0"/>
                <a:cs typeface="Times New Roman" panose="02020603050405020304" pitchFamily="18" charset="0"/>
              </a:rPr>
              <a:t>DESARROLLO DE SISTEMAS</a:t>
            </a:r>
          </a:p>
        </p:txBody>
      </p:sp>
      <p:sp>
        <p:nvSpPr>
          <p:cNvPr id="6" name="Rectángulo 5"/>
          <p:cNvSpPr/>
          <p:nvPr/>
        </p:nvSpPr>
        <p:spPr>
          <a:xfrm>
            <a:off x="3140536" y="3662609"/>
            <a:ext cx="5828840" cy="954107"/>
          </a:xfrm>
          <a:prstGeom prst="rect">
            <a:avLst/>
          </a:prstGeom>
        </p:spPr>
        <p:txBody>
          <a:bodyPr wrap="none" lIns="91440" tIns="45720" rIns="91440" bIns="45720" anchor="t">
            <a:spAutoFit/>
          </a:bodyPr>
          <a:lstStyle/>
          <a:p>
            <a:r>
              <a:rPr lang="es-VE" sz="2800">
                <a:ea typeface="+mn-lt"/>
                <a:cs typeface="+mn-lt"/>
              </a:rPr>
              <a:t>Sistema de Gestión de Centros de Yoga</a:t>
            </a:r>
          </a:p>
          <a:p>
            <a:pPr algn="ctr"/>
            <a:r>
              <a:rPr lang="es-VE" sz="2800" b="1">
                <a:ea typeface="Calibri"/>
                <a:cs typeface="Calibri"/>
              </a:rPr>
              <a:t>ZenFlow Yoga</a:t>
            </a:r>
          </a:p>
        </p:txBody>
      </p:sp>
      <p:sp>
        <p:nvSpPr>
          <p:cNvPr id="10" name="Rectángulo 9"/>
          <p:cNvSpPr/>
          <p:nvPr/>
        </p:nvSpPr>
        <p:spPr>
          <a:xfrm>
            <a:off x="4965763" y="6309498"/>
            <a:ext cx="1624163" cy="338554"/>
          </a:xfrm>
          <a:prstGeom prst="rect">
            <a:avLst/>
          </a:prstGeom>
        </p:spPr>
        <p:txBody>
          <a:bodyPr wrap="none">
            <a:spAutoFit/>
          </a:bodyPr>
          <a:lstStyle/>
          <a:p>
            <a:pPr algn="ctr"/>
            <a:r>
              <a:rPr lang="es-VE" sz="1600">
                <a:latin typeface="Calibri" panose="020F0502020204030204" pitchFamily="34" charset="0"/>
                <a:ea typeface="Calibri" panose="020F0502020204030204" pitchFamily="34" charset="0"/>
                <a:cs typeface="Times New Roman" panose="02020603050405020304" pitchFamily="18" charset="0"/>
              </a:rPr>
              <a:t>PERIODO</a:t>
            </a:r>
            <a:r>
              <a:rPr lang="es-VE" sz="1600" spc="-40">
                <a:latin typeface="Calibri" panose="020F0502020204030204" pitchFamily="34" charset="0"/>
                <a:ea typeface="Calibri" panose="020F0502020204030204" pitchFamily="34" charset="0"/>
                <a:cs typeface="Times New Roman" panose="02020603050405020304" pitchFamily="18" charset="0"/>
              </a:rPr>
              <a:t> II - 2025</a:t>
            </a:r>
            <a:endParaRPr lang="es-VE" sz="1600"/>
          </a:p>
        </p:txBody>
      </p:sp>
      <p:sp>
        <p:nvSpPr>
          <p:cNvPr id="9" name="Rectángulo 8"/>
          <p:cNvSpPr/>
          <p:nvPr/>
        </p:nvSpPr>
        <p:spPr>
          <a:xfrm>
            <a:off x="21869" y="2926939"/>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800">
                <a:latin typeface="Verdana" panose="020B0604030504040204" pitchFamily="34" charset="0"/>
                <a:ea typeface="Verdana" panose="020B0604030504040204" pitchFamily="34" charset="0"/>
              </a:rPr>
              <a:t>PROYECTO FINAL</a:t>
            </a:r>
            <a:endParaRPr lang="es-VE" sz="2800"/>
          </a:p>
        </p:txBody>
      </p:sp>
      <p:sp>
        <p:nvSpPr>
          <p:cNvPr id="11" name="Rectángulo 10"/>
          <p:cNvSpPr/>
          <p:nvPr/>
        </p:nvSpPr>
        <p:spPr>
          <a:xfrm>
            <a:off x="8824264" y="5442419"/>
            <a:ext cx="1650901" cy="369332"/>
          </a:xfrm>
          <a:prstGeom prst="rect">
            <a:avLst/>
          </a:prstGeom>
        </p:spPr>
        <p:txBody>
          <a:bodyPr wrap="none">
            <a:spAutoFit/>
          </a:bodyPr>
          <a:lstStyle/>
          <a:p>
            <a:r>
              <a:rPr lang="es-VE" b="1">
                <a:latin typeface="Calibri" panose="020F0502020204030204" pitchFamily="34" charset="0"/>
                <a:ea typeface="Calibri" panose="020F0502020204030204" pitchFamily="34" charset="0"/>
                <a:cs typeface="Times New Roman" panose="02020603050405020304" pitchFamily="18" charset="0"/>
              </a:rPr>
              <a:t>Presentado por</a:t>
            </a:r>
            <a:endParaRPr lang="es-VE" b="1"/>
          </a:p>
        </p:txBody>
      </p:sp>
      <p:sp>
        <p:nvSpPr>
          <p:cNvPr id="12" name="Rectángulo 11"/>
          <p:cNvSpPr/>
          <p:nvPr/>
        </p:nvSpPr>
        <p:spPr>
          <a:xfrm>
            <a:off x="9090610" y="5795051"/>
            <a:ext cx="3089948" cy="369332"/>
          </a:xfrm>
          <a:prstGeom prst="rect">
            <a:avLst/>
          </a:prstGeom>
        </p:spPr>
        <p:txBody>
          <a:bodyPr wrap="none" lIns="91440" tIns="45720" rIns="91440" bIns="45720" anchor="t">
            <a:spAutoFit/>
          </a:bodyPr>
          <a:lstStyle/>
          <a:p>
            <a:pPr marL="285750" indent="-285750">
              <a:buFont typeface="Arial" panose="020B0604020202020204" pitchFamily="34" charset="0"/>
              <a:buChar char="•"/>
            </a:pPr>
            <a:r>
              <a:rPr lang="es-VE" dirty="0">
                <a:latin typeface="Calibri"/>
                <a:ea typeface="Calibri"/>
                <a:cs typeface="Times New Roman"/>
              </a:rPr>
              <a:t>Rivas </a:t>
            </a:r>
            <a:r>
              <a:rPr lang="es-VE">
                <a:latin typeface="Calibri"/>
                <a:ea typeface="Calibri"/>
                <a:cs typeface="Times New Roman"/>
              </a:rPr>
              <a:t>Álvarez</a:t>
            </a:r>
            <a:r>
              <a:rPr lang="es-VE" dirty="0">
                <a:latin typeface="Calibri"/>
                <a:ea typeface="Calibri"/>
                <a:cs typeface="Times New Roman"/>
              </a:rPr>
              <a:t>, Juan Eduardo </a:t>
            </a:r>
          </a:p>
        </p:txBody>
      </p:sp>
      <p:pic>
        <p:nvPicPr>
          <p:cNvPr id="3" name="Imagen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48901" y="186362"/>
            <a:ext cx="1375526" cy="1375526"/>
          </a:xfrm>
          <a:prstGeom prst="rect">
            <a:avLst/>
          </a:prstGeom>
        </p:spPr>
      </p:pic>
    </p:spTree>
    <p:extLst>
      <p:ext uri="{BB962C8B-B14F-4D97-AF65-F5344CB8AC3E}">
        <p14:creationId xmlns:p14="http://schemas.microsoft.com/office/powerpoint/2010/main" val="609359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5" name="Rectángulo 4"/>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AGENDA</a:t>
            </a:r>
          </a:p>
        </p:txBody>
      </p:sp>
      <p:sp>
        <p:nvSpPr>
          <p:cNvPr id="7" name="CuadroTexto 6"/>
          <p:cNvSpPr txBox="1"/>
          <p:nvPr/>
        </p:nvSpPr>
        <p:spPr>
          <a:xfrm>
            <a:off x="1413854" y="1197237"/>
            <a:ext cx="10323871" cy="5509200"/>
          </a:xfrm>
          <a:prstGeom prst="rect">
            <a:avLst/>
          </a:prstGeom>
          <a:noFill/>
        </p:spPr>
        <p:txBody>
          <a:bodyPr wrap="square" lIns="91440" tIns="45720" rIns="91440" bIns="45720" rtlCol="0" anchor="t">
            <a:spAutoFit/>
          </a:bodyPr>
          <a:lstStyle/>
          <a:p>
            <a:pPr marL="539750" indent="-539750">
              <a:buFont typeface="+mj-lt"/>
              <a:buAutoNum type="arabicPeriod"/>
            </a:pPr>
            <a:r>
              <a:rPr lang="es-VE" sz="3200"/>
              <a:t>Ciclo de Vida seleccionado (resumen)</a:t>
            </a:r>
          </a:p>
          <a:p>
            <a:pPr marL="539750" indent="-539750">
              <a:buFont typeface="+mj-lt"/>
              <a:buAutoNum type="arabicPeriod"/>
            </a:pPr>
            <a:r>
              <a:rPr lang="es-VE" sz="3200"/>
              <a:t>Tecnologías y Herramientas de Desarrollo</a:t>
            </a:r>
          </a:p>
          <a:p>
            <a:pPr marL="539750" indent="-539750">
              <a:buFont typeface="+mj-lt"/>
              <a:buAutoNum type="arabicPeriod"/>
            </a:pPr>
            <a:r>
              <a:rPr lang="es-VE" sz="3200"/>
              <a:t>Diagrama de Flujo de Datos (DFD)</a:t>
            </a:r>
          </a:p>
          <a:p>
            <a:pPr marL="539750" indent="-539750">
              <a:buFont typeface="+mj-lt"/>
              <a:buAutoNum type="arabicPeriod"/>
            </a:pPr>
            <a:r>
              <a:rPr lang="es-VE" sz="3200"/>
              <a:t>Diccionario de Datos (DFD)</a:t>
            </a:r>
          </a:p>
          <a:p>
            <a:pPr marL="539750" indent="-539750">
              <a:buAutoNum type="arabicPeriod"/>
            </a:pPr>
            <a:r>
              <a:rPr lang="es-VE" sz="3200">
                <a:ea typeface="Calibri" panose="020F0502020204030204"/>
                <a:cs typeface="Calibri" panose="020F0502020204030204"/>
              </a:rPr>
              <a:t>Diccionario de Datos (BD)</a:t>
            </a:r>
            <a:endParaRPr lang="es-VE" sz="3200" dirty="0"/>
          </a:p>
          <a:p>
            <a:pPr marL="539750" indent="-539750">
              <a:buFont typeface="+mj-lt"/>
              <a:buAutoNum type="arabicPeriod"/>
            </a:pPr>
            <a:r>
              <a:rPr lang="es-VE" sz="3200"/>
              <a:t>Diagrama Entidad – Relación</a:t>
            </a:r>
          </a:p>
          <a:p>
            <a:pPr marL="539750" indent="-539750">
              <a:buFont typeface="+mj-lt"/>
              <a:buAutoNum type="arabicPeriod"/>
            </a:pPr>
            <a:r>
              <a:rPr lang="es-VE" sz="3200"/>
              <a:t>Diccionario de Datos (Diagrama E-R)</a:t>
            </a:r>
          </a:p>
          <a:p>
            <a:pPr marL="539750" indent="-539750">
              <a:buFont typeface="+mj-lt"/>
              <a:buAutoNum type="arabicPeriod"/>
            </a:pPr>
            <a:r>
              <a:rPr lang="es-VE" sz="3200"/>
              <a:t>Interfaces de Entrada / Salida</a:t>
            </a:r>
          </a:p>
          <a:p>
            <a:pPr marL="539750" indent="-539750">
              <a:buFont typeface="+mj-lt"/>
              <a:buAutoNum type="arabicPeriod"/>
            </a:pPr>
            <a:r>
              <a:rPr lang="es-VE" sz="3200"/>
              <a:t>Demostración de Pruebas al SI</a:t>
            </a:r>
          </a:p>
          <a:p>
            <a:pPr marL="539750" indent="-539750">
              <a:buFont typeface="+mj-lt"/>
              <a:buAutoNum type="arabicPeriod"/>
            </a:pPr>
            <a:r>
              <a:rPr lang="es-VE" sz="3200"/>
              <a:t>Plan de Mantenimiento</a:t>
            </a:r>
          </a:p>
          <a:p>
            <a:pPr marL="539750" indent="-539750">
              <a:buFont typeface="+mj-lt"/>
              <a:buAutoNum type="arabicPeriod"/>
            </a:pPr>
            <a:r>
              <a:rPr lang="es-VE" sz="3200"/>
              <a:t> Personal que participo (soporte - minuta)</a:t>
            </a:r>
          </a:p>
        </p:txBody>
      </p:sp>
    </p:spTree>
    <p:extLst>
      <p:ext uri="{BB962C8B-B14F-4D97-AF65-F5344CB8AC3E}">
        <p14:creationId xmlns:p14="http://schemas.microsoft.com/office/powerpoint/2010/main" val="2563795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5" name="Rectángulo 4"/>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ENTRADA - PROCESOS - SALIDAS</a:t>
            </a:r>
          </a:p>
        </p:txBody>
      </p:sp>
      <p:sp>
        <p:nvSpPr>
          <p:cNvPr id="2" name="Rectángulo 1"/>
          <p:cNvSpPr/>
          <p:nvPr/>
        </p:nvSpPr>
        <p:spPr>
          <a:xfrm>
            <a:off x="4524165" y="2464841"/>
            <a:ext cx="3217818" cy="4007648"/>
          </a:xfrm>
          <a:prstGeom prst="rect">
            <a:avLst/>
          </a:prstGeom>
          <a:ln w="28575">
            <a:solidFill>
              <a:srgbClr val="BD36FA"/>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endParaRPr lang="es-ES" sz="1300" b="1">
              <a:solidFill>
                <a:srgbClr val="000000"/>
              </a:solidFill>
              <a:latin typeface="Arial"/>
              <a:ea typeface="+mn-lt"/>
              <a:cs typeface="Arial"/>
            </a:endParaRPr>
          </a:p>
          <a:p>
            <a:r>
              <a:rPr lang="es-ES" sz="1300" b="1">
                <a:solidFill>
                  <a:srgbClr val="000000"/>
                </a:solidFill>
                <a:latin typeface="Arial"/>
                <a:ea typeface="+mn-lt"/>
                <a:cs typeface="Arial"/>
              </a:rPr>
              <a:t>Validación de datos y autenticación de usuarios</a:t>
            </a:r>
            <a:endParaRPr lang="es-ES" sz="1300" b="1">
              <a:solidFill>
                <a:srgbClr val="FFFFFF"/>
              </a:solidFill>
              <a:latin typeface="Arial"/>
              <a:ea typeface="+mn-lt"/>
              <a:cs typeface="Arial"/>
            </a:endParaRPr>
          </a:p>
          <a:p>
            <a:r>
              <a:rPr lang="es-ES" sz="1300" b="1">
                <a:solidFill>
                  <a:srgbClr val="000000"/>
                </a:solidFill>
                <a:latin typeface="Arial"/>
                <a:ea typeface="+mn-lt"/>
                <a:cs typeface="Arial"/>
              </a:rPr>
              <a:t>Generación y verificación de códigos por email</a:t>
            </a:r>
            <a:endParaRPr lang="es-ES" sz="1300" b="1">
              <a:solidFill>
                <a:srgbClr val="FFFFFF"/>
              </a:solidFill>
              <a:latin typeface="Arial"/>
              <a:ea typeface="+mn-lt"/>
              <a:cs typeface="Arial"/>
            </a:endParaRPr>
          </a:p>
          <a:p>
            <a:r>
              <a:rPr lang="es-ES" sz="1300" b="1">
                <a:solidFill>
                  <a:srgbClr val="000000"/>
                </a:solidFill>
                <a:latin typeface="Arial"/>
                <a:ea typeface="+mn-lt"/>
                <a:cs typeface="Arial"/>
              </a:rPr>
              <a:t>Integración con Google Calendar (crear, leer, actualizar, eliminar eventos)</a:t>
            </a:r>
            <a:endParaRPr lang="es-ES" sz="1300" b="1">
              <a:solidFill>
                <a:srgbClr val="FFFFFF"/>
              </a:solidFill>
              <a:latin typeface="Arial"/>
              <a:ea typeface="+mn-lt"/>
              <a:cs typeface="Arial"/>
            </a:endParaRPr>
          </a:p>
          <a:p>
            <a:r>
              <a:rPr lang="es-ES" sz="1300" b="1">
                <a:solidFill>
                  <a:srgbClr val="000000"/>
                </a:solidFill>
                <a:latin typeface="Arial"/>
                <a:ea typeface="+mn-lt"/>
                <a:cs typeface="Arial"/>
              </a:rPr>
              <a:t>Registro de pagos pendientes y confirmación manual</a:t>
            </a:r>
            <a:endParaRPr lang="es-ES" sz="1300" b="1">
              <a:solidFill>
                <a:srgbClr val="FFFFFF"/>
              </a:solidFill>
              <a:latin typeface="Arial"/>
              <a:ea typeface="+mn-lt"/>
              <a:cs typeface="Arial"/>
            </a:endParaRPr>
          </a:p>
          <a:p>
            <a:r>
              <a:rPr lang="es-ES" sz="1300" b="1">
                <a:solidFill>
                  <a:srgbClr val="000000"/>
                </a:solidFill>
                <a:latin typeface="Arial"/>
                <a:ea typeface="+mn-lt"/>
                <a:cs typeface="Arial"/>
              </a:rPr>
              <a:t>Devolución automática de clases al cancelar reservas</a:t>
            </a:r>
            <a:endParaRPr lang="en-US" sz="1300" b="1">
              <a:solidFill>
                <a:srgbClr val="FFFFFF"/>
              </a:solidFill>
              <a:latin typeface="Arial"/>
              <a:ea typeface="+mn-lt"/>
              <a:cs typeface="Arial"/>
            </a:endParaRPr>
          </a:p>
          <a:p>
            <a:r>
              <a:rPr lang="es-ES" sz="1300" b="1">
                <a:solidFill>
                  <a:srgbClr val="000000"/>
                </a:solidFill>
                <a:latin typeface="Arial"/>
                <a:ea typeface="+mn-lt"/>
                <a:cs typeface="Arial"/>
              </a:rPr>
              <a:t>Cálculo de estadísticas y generación de reportes PDF</a:t>
            </a:r>
            <a:endParaRPr lang="en-US" sz="1300" b="1">
              <a:solidFill>
                <a:srgbClr val="FFFFFF"/>
              </a:solidFill>
              <a:latin typeface="Arial"/>
              <a:ea typeface="+mn-lt"/>
              <a:cs typeface="Arial"/>
            </a:endParaRPr>
          </a:p>
          <a:p>
            <a:r>
              <a:rPr lang="es-ES" sz="1300" b="1">
                <a:solidFill>
                  <a:srgbClr val="000000"/>
                </a:solidFill>
                <a:latin typeface="Arial"/>
                <a:ea typeface="+mn-lt"/>
                <a:cs typeface="Arial"/>
              </a:rPr>
              <a:t>Gestión de sesiones y control de permisos por rol</a:t>
            </a:r>
            <a:endParaRPr lang="es-ES" sz="1300" b="1">
              <a:solidFill>
                <a:srgbClr val="FFFFFF"/>
              </a:solidFill>
              <a:latin typeface="Arial"/>
              <a:ea typeface="+mn-lt"/>
              <a:cs typeface="Arial"/>
            </a:endParaRPr>
          </a:p>
          <a:p>
            <a:pPr>
              <a:lnSpc>
                <a:spcPct val="90000"/>
              </a:lnSpc>
              <a:spcBef>
                <a:spcPts val="1000"/>
              </a:spcBef>
            </a:pPr>
            <a:endParaRPr lang="es-ES" sz="1300">
              <a:solidFill>
                <a:srgbClr val="000000"/>
              </a:solidFill>
              <a:latin typeface="Arial"/>
              <a:ea typeface="Calibri"/>
              <a:cs typeface="Arial"/>
            </a:endParaRPr>
          </a:p>
        </p:txBody>
      </p:sp>
      <p:sp>
        <p:nvSpPr>
          <p:cNvPr id="3" name="CuadroTexto 2"/>
          <p:cNvSpPr txBox="1"/>
          <p:nvPr/>
        </p:nvSpPr>
        <p:spPr>
          <a:xfrm>
            <a:off x="9200354" y="1506220"/>
            <a:ext cx="2442754" cy="461665"/>
          </a:xfrm>
          <a:prstGeom prst="rect">
            <a:avLst/>
          </a:prstGeom>
          <a:noFill/>
        </p:spPr>
        <p:txBody>
          <a:bodyPr wrap="square" rtlCol="0">
            <a:spAutoFit/>
          </a:bodyPr>
          <a:lstStyle/>
          <a:p>
            <a:pPr algn="ctr"/>
            <a:r>
              <a:rPr lang="es-VE" sz="2400" b="1"/>
              <a:t>SALIDAS</a:t>
            </a:r>
          </a:p>
        </p:txBody>
      </p:sp>
      <p:sp>
        <p:nvSpPr>
          <p:cNvPr id="7" name="CuadroTexto 6"/>
          <p:cNvSpPr txBox="1"/>
          <p:nvPr/>
        </p:nvSpPr>
        <p:spPr>
          <a:xfrm>
            <a:off x="626512" y="1507535"/>
            <a:ext cx="2442754" cy="461665"/>
          </a:xfrm>
          <a:prstGeom prst="rect">
            <a:avLst/>
          </a:prstGeom>
          <a:noFill/>
        </p:spPr>
        <p:txBody>
          <a:bodyPr wrap="square" rtlCol="0">
            <a:spAutoFit/>
          </a:bodyPr>
          <a:lstStyle/>
          <a:p>
            <a:pPr algn="ctr"/>
            <a:r>
              <a:rPr lang="es-VE" sz="2400" b="1"/>
              <a:t>ENTRADAS</a:t>
            </a:r>
          </a:p>
        </p:txBody>
      </p:sp>
      <p:sp>
        <p:nvSpPr>
          <p:cNvPr id="8" name="CuadroTexto 7"/>
          <p:cNvSpPr txBox="1"/>
          <p:nvPr/>
        </p:nvSpPr>
        <p:spPr>
          <a:xfrm>
            <a:off x="4714177" y="1496314"/>
            <a:ext cx="2774058" cy="472708"/>
          </a:xfrm>
          <a:prstGeom prst="rect">
            <a:avLst/>
          </a:prstGeom>
          <a:noFill/>
        </p:spPr>
        <p:txBody>
          <a:bodyPr wrap="square" lIns="91440" tIns="45720" rIns="91440" bIns="45720" rtlCol="0" anchor="t">
            <a:spAutoFit/>
          </a:bodyPr>
          <a:lstStyle/>
          <a:p>
            <a:pPr algn="ctr"/>
            <a:r>
              <a:rPr lang="es-VE" sz="2400" b="1"/>
              <a:t>PROCESOS</a:t>
            </a:r>
            <a:endParaRPr lang="es-VE" sz="2400" b="1">
              <a:ea typeface="Calibri"/>
              <a:cs typeface="Calibri"/>
            </a:endParaRPr>
          </a:p>
        </p:txBody>
      </p:sp>
      <p:sp>
        <p:nvSpPr>
          <p:cNvPr id="6" name="Rectángulo 5">
            <a:extLst>
              <a:ext uri="{FF2B5EF4-FFF2-40B4-BE49-F238E27FC236}">
                <a16:creationId xmlns:a16="http://schemas.microsoft.com/office/drawing/2014/main" id="{3F8771FF-813A-120B-14E8-6326F9827250}"/>
              </a:ext>
            </a:extLst>
          </p:cNvPr>
          <p:cNvSpPr/>
          <p:nvPr/>
        </p:nvSpPr>
        <p:spPr>
          <a:xfrm>
            <a:off x="482252" y="2464842"/>
            <a:ext cx="2731905" cy="4007646"/>
          </a:xfrm>
          <a:prstGeom prst="rect">
            <a:avLst/>
          </a:prstGeom>
          <a:ln w="28575">
            <a:solidFill>
              <a:srgbClr val="BD36FA"/>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endParaRPr lang="es-ES" sz="1300">
              <a:latin typeface="Arial"/>
              <a:ea typeface="+mn-lt"/>
              <a:cs typeface="Arial"/>
            </a:endParaRPr>
          </a:p>
          <a:p>
            <a:pPr>
              <a:lnSpc>
                <a:spcPct val="90000"/>
              </a:lnSpc>
              <a:spcBef>
                <a:spcPts val="1000"/>
              </a:spcBef>
            </a:pPr>
            <a:endParaRPr lang="es-ES" sz="1300">
              <a:latin typeface="Arial"/>
              <a:ea typeface="+mn-lt"/>
              <a:cs typeface="Arial"/>
            </a:endParaRPr>
          </a:p>
          <a:p>
            <a:pPr>
              <a:lnSpc>
                <a:spcPct val="90000"/>
              </a:lnSpc>
              <a:spcBef>
                <a:spcPts val="1000"/>
              </a:spcBef>
            </a:pPr>
            <a:r>
              <a:rPr lang="es-ES" sz="1300" b="1" dirty="0">
                <a:solidFill>
                  <a:schemeClr val="tx1"/>
                </a:solidFill>
                <a:latin typeface="Arial"/>
                <a:ea typeface="+mn-lt"/>
                <a:cs typeface="Arial"/>
              </a:rPr>
              <a:t>Correo, contraseña, nombre, apellido, teléfono (registro/</a:t>
            </a:r>
            <a:r>
              <a:rPr lang="es-ES" sz="1300" b="1" dirty="0" err="1">
                <a:solidFill>
                  <a:schemeClr val="tx1"/>
                </a:solidFill>
                <a:latin typeface="Arial"/>
                <a:ea typeface="+mn-lt"/>
                <a:cs typeface="Arial"/>
              </a:rPr>
              <a:t>login</a:t>
            </a:r>
            <a:r>
              <a:rPr lang="es-ES" sz="1300" b="1" dirty="0">
                <a:solidFill>
                  <a:schemeClr val="tx1"/>
                </a:solidFill>
                <a:latin typeface="Arial"/>
                <a:ea typeface="+mn-lt"/>
                <a:cs typeface="Arial"/>
              </a:rPr>
              <a:t>)</a:t>
            </a:r>
            <a:endParaRPr lang="es-ES" sz="1300" b="1" dirty="0">
              <a:solidFill>
                <a:schemeClr val="tx1"/>
              </a:solidFill>
              <a:latin typeface="Arial"/>
              <a:cs typeface="Arial"/>
            </a:endParaRPr>
          </a:p>
          <a:p>
            <a:pPr>
              <a:lnSpc>
                <a:spcPct val="90000"/>
              </a:lnSpc>
              <a:spcBef>
                <a:spcPts val="1000"/>
              </a:spcBef>
            </a:pPr>
            <a:r>
              <a:rPr lang="es-ES" sz="1300" b="1">
                <a:solidFill>
                  <a:schemeClr val="tx1"/>
                </a:solidFill>
                <a:latin typeface="Arial"/>
                <a:ea typeface="+mn-lt"/>
                <a:cs typeface="Arial"/>
              </a:rPr>
              <a:t>CV en PDF (registro de instructores)</a:t>
            </a:r>
            <a:endParaRPr lang="es-ES" sz="1300" b="1">
              <a:solidFill>
                <a:schemeClr val="tx1"/>
              </a:solidFill>
              <a:latin typeface="Arial"/>
              <a:cs typeface="Arial"/>
            </a:endParaRPr>
          </a:p>
          <a:p>
            <a:pPr>
              <a:lnSpc>
                <a:spcPct val="90000"/>
              </a:lnSpc>
              <a:spcBef>
                <a:spcPts val="1000"/>
              </a:spcBef>
            </a:pPr>
            <a:r>
              <a:rPr lang="es-ES" sz="1300" b="1">
                <a:solidFill>
                  <a:schemeClr val="tx1"/>
                </a:solidFill>
                <a:latin typeface="Arial"/>
                <a:ea typeface="+mn-lt"/>
                <a:cs typeface="Arial"/>
              </a:rPr>
              <a:t>Título, fecha, hora, duración, capacidad, modalidad (creación de clases)</a:t>
            </a:r>
            <a:endParaRPr lang="es-ES" sz="1300" b="1">
              <a:solidFill>
                <a:schemeClr val="tx1"/>
              </a:solidFill>
              <a:latin typeface="Arial"/>
              <a:cs typeface="Arial"/>
            </a:endParaRPr>
          </a:p>
          <a:p>
            <a:pPr>
              <a:lnSpc>
                <a:spcPct val="90000"/>
              </a:lnSpc>
              <a:spcBef>
                <a:spcPts val="1000"/>
              </a:spcBef>
            </a:pPr>
            <a:r>
              <a:rPr lang="es-ES" sz="1300" b="1">
                <a:solidFill>
                  <a:schemeClr val="tx1"/>
                </a:solidFill>
                <a:latin typeface="Arial"/>
                <a:ea typeface="+mn-lt"/>
                <a:cs typeface="Arial"/>
              </a:rPr>
              <a:t>ID de paquete, método de pago, referencia, monto (compras)</a:t>
            </a:r>
            <a:endParaRPr lang="es-ES" sz="1300" b="1">
              <a:solidFill>
                <a:schemeClr val="tx1"/>
              </a:solidFill>
              <a:latin typeface="Arial"/>
              <a:cs typeface="Arial"/>
            </a:endParaRPr>
          </a:p>
          <a:p>
            <a:pPr>
              <a:lnSpc>
                <a:spcPct val="90000"/>
              </a:lnSpc>
              <a:spcBef>
                <a:spcPts val="1000"/>
              </a:spcBef>
            </a:pPr>
            <a:r>
              <a:rPr lang="es-ES" sz="1300" b="1">
                <a:solidFill>
                  <a:schemeClr val="tx1"/>
                </a:solidFill>
                <a:latin typeface="Arial"/>
                <a:ea typeface="+mn-lt"/>
                <a:cs typeface="Arial"/>
              </a:rPr>
              <a:t>ID de evento y opción de reserva múltiple (reservas)</a:t>
            </a:r>
            <a:endParaRPr lang="es-ES" sz="1300" b="1">
              <a:solidFill>
                <a:schemeClr val="tx1"/>
              </a:solidFill>
              <a:latin typeface="Arial"/>
              <a:cs typeface="Arial"/>
            </a:endParaRPr>
          </a:p>
          <a:p>
            <a:pPr>
              <a:lnSpc>
                <a:spcPct val="90000"/>
              </a:lnSpc>
              <a:spcBef>
                <a:spcPts val="1000"/>
              </a:spcBef>
            </a:pPr>
            <a:r>
              <a:rPr lang="es-ES" sz="1300" b="1" dirty="0">
                <a:solidFill>
                  <a:schemeClr val="tx1"/>
                </a:solidFill>
                <a:latin typeface="Arial"/>
                <a:ea typeface="+mn-lt"/>
                <a:cs typeface="Arial"/>
              </a:rPr>
              <a:t>Términos de búsqueda y </a:t>
            </a:r>
            <a:r>
              <a:rPr lang="es-ES" sz="1300" b="1">
                <a:solidFill>
                  <a:schemeClr val="tx1"/>
                </a:solidFill>
                <a:latin typeface="Arial"/>
                <a:ea typeface="+mn-lt"/>
                <a:cs typeface="Arial"/>
              </a:rPr>
              <a:t>acciones.</a:t>
            </a:r>
            <a:endParaRPr lang="es-ES" sz="1300" b="1" dirty="0">
              <a:solidFill>
                <a:schemeClr val="tx1"/>
              </a:solidFill>
              <a:latin typeface="Arial"/>
              <a:ea typeface="Calibri"/>
              <a:cs typeface="Arial"/>
            </a:endParaRPr>
          </a:p>
          <a:p>
            <a:pPr>
              <a:lnSpc>
                <a:spcPct val="90000"/>
              </a:lnSpc>
              <a:spcBef>
                <a:spcPts val="1000"/>
              </a:spcBef>
            </a:pPr>
            <a:br>
              <a:rPr lang="es-ES" sz="2400" dirty="0">
                <a:latin typeface="Aptos"/>
              </a:rPr>
            </a:br>
            <a:endParaRPr lang="es-ES" sz="1300">
              <a:solidFill>
                <a:schemeClr val="tx1"/>
              </a:solidFill>
              <a:latin typeface="Arial"/>
              <a:cs typeface="Arial"/>
            </a:endParaRPr>
          </a:p>
        </p:txBody>
      </p:sp>
      <p:sp>
        <p:nvSpPr>
          <p:cNvPr id="13" name="Rectángulo 12">
            <a:extLst>
              <a:ext uri="{FF2B5EF4-FFF2-40B4-BE49-F238E27FC236}">
                <a16:creationId xmlns:a16="http://schemas.microsoft.com/office/drawing/2014/main" id="{EBA65FE8-E603-B1DB-830B-52A92C43F76C}"/>
              </a:ext>
            </a:extLst>
          </p:cNvPr>
          <p:cNvSpPr/>
          <p:nvPr/>
        </p:nvSpPr>
        <p:spPr>
          <a:xfrm>
            <a:off x="9051991" y="2464842"/>
            <a:ext cx="2731905" cy="4018689"/>
          </a:xfrm>
          <a:prstGeom prst="rect">
            <a:avLst/>
          </a:prstGeom>
          <a:ln w="28575">
            <a:solidFill>
              <a:srgbClr val="BD36FA"/>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s-ES" sz="1300" b="1">
                <a:solidFill>
                  <a:srgbClr val="000000"/>
                </a:solidFill>
                <a:latin typeface="Arial"/>
                <a:ea typeface="+mn-lt"/>
                <a:cs typeface="Arial"/>
              </a:rPr>
              <a:t>Notificaciones por email: verificación, confirmaciones, cancelaciones, recordatorios</a:t>
            </a:r>
            <a:endParaRPr lang="es-ES" sz="1300" b="1">
              <a:latin typeface="Arial"/>
              <a:cs typeface="Arial"/>
            </a:endParaRPr>
          </a:p>
          <a:p>
            <a:pPr>
              <a:lnSpc>
                <a:spcPct val="90000"/>
              </a:lnSpc>
              <a:spcBef>
                <a:spcPts val="1000"/>
              </a:spcBef>
            </a:pPr>
            <a:r>
              <a:rPr lang="es-ES" sz="1300" b="1">
                <a:solidFill>
                  <a:srgbClr val="000000"/>
                </a:solidFill>
                <a:latin typeface="Arial"/>
                <a:ea typeface="+mn-lt"/>
                <a:cs typeface="Arial"/>
              </a:rPr>
              <a:t>Eventos en Google Calendar con invitaciones y Google Meet</a:t>
            </a:r>
            <a:endParaRPr lang="es-ES" sz="1300" b="1">
              <a:latin typeface="Arial"/>
              <a:cs typeface="Arial"/>
            </a:endParaRPr>
          </a:p>
          <a:p>
            <a:pPr>
              <a:lnSpc>
                <a:spcPct val="90000"/>
              </a:lnSpc>
              <a:spcBef>
                <a:spcPts val="1000"/>
              </a:spcBef>
            </a:pPr>
            <a:r>
              <a:rPr lang="es-ES" sz="1300" b="1">
                <a:solidFill>
                  <a:srgbClr val="000000"/>
                </a:solidFill>
                <a:latin typeface="Arial"/>
                <a:ea typeface="+mn-lt"/>
                <a:cs typeface="Arial"/>
              </a:rPr>
              <a:t>Reportes PDF de ventas con gráficas</a:t>
            </a:r>
            <a:endParaRPr lang="es-ES" sz="1300" b="1">
              <a:latin typeface="Arial"/>
              <a:cs typeface="Arial"/>
            </a:endParaRPr>
          </a:p>
          <a:p>
            <a:pPr>
              <a:lnSpc>
                <a:spcPct val="90000"/>
              </a:lnSpc>
              <a:spcBef>
                <a:spcPts val="1000"/>
              </a:spcBef>
            </a:pPr>
            <a:r>
              <a:rPr lang="es-ES" sz="1300" b="1">
                <a:solidFill>
                  <a:srgbClr val="000000"/>
                </a:solidFill>
                <a:latin typeface="Arial"/>
                <a:ea typeface="+mn-lt"/>
                <a:cs typeface="Arial"/>
              </a:rPr>
              <a:t>Actualizaciones en base de datos (clases restantes, perfiles, pagos)</a:t>
            </a:r>
            <a:endParaRPr lang="es-ES" sz="1300" b="1">
              <a:latin typeface="Arial"/>
              <a:cs typeface="Arial"/>
            </a:endParaRPr>
          </a:p>
          <a:p>
            <a:pPr>
              <a:lnSpc>
                <a:spcPct val="90000"/>
              </a:lnSpc>
              <a:spcBef>
                <a:spcPts val="1000"/>
              </a:spcBef>
            </a:pPr>
            <a:r>
              <a:rPr lang="es-ES" sz="1300" b="1">
                <a:solidFill>
                  <a:schemeClr val="tx1"/>
                </a:solidFill>
                <a:latin typeface="Arial"/>
                <a:ea typeface="Calibri"/>
                <a:cs typeface="Arial"/>
              </a:rPr>
              <a:t>Mensajes flash y notificaciones en pantalla</a:t>
            </a:r>
            <a:endParaRPr lang="es-ES"/>
          </a:p>
        </p:txBody>
      </p:sp>
      <p:sp>
        <p:nvSpPr>
          <p:cNvPr id="12" name="Flecha: hacia la izquierda 11">
            <a:extLst>
              <a:ext uri="{FF2B5EF4-FFF2-40B4-BE49-F238E27FC236}">
                <a16:creationId xmlns:a16="http://schemas.microsoft.com/office/drawing/2014/main" id="{67704466-9C85-8B9B-81B4-00FD13BC1266}"/>
              </a:ext>
            </a:extLst>
          </p:cNvPr>
          <p:cNvSpPr/>
          <p:nvPr/>
        </p:nvSpPr>
        <p:spPr>
          <a:xfrm rot="10800000">
            <a:off x="3399813" y="4226694"/>
            <a:ext cx="978408" cy="484631"/>
          </a:xfrm>
          <a:prstGeom prst="leftArrow">
            <a:avLst/>
          </a:prstGeom>
          <a:solidFill>
            <a:srgbClr val="BD36FA"/>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lecha: hacia la izquierda 13">
            <a:extLst>
              <a:ext uri="{FF2B5EF4-FFF2-40B4-BE49-F238E27FC236}">
                <a16:creationId xmlns:a16="http://schemas.microsoft.com/office/drawing/2014/main" id="{C667B3B1-56DA-F57B-56E3-34FEA985E883}"/>
              </a:ext>
            </a:extLst>
          </p:cNvPr>
          <p:cNvSpPr/>
          <p:nvPr/>
        </p:nvSpPr>
        <p:spPr>
          <a:xfrm rot="10800000">
            <a:off x="7971813" y="4226694"/>
            <a:ext cx="978408" cy="484631"/>
          </a:xfrm>
          <a:prstGeom prst="leftArrow">
            <a:avLst/>
          </a:prstGeom>
          <a:solidFill>
            <a:srgbClr val="BD36FA"/>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23163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5" name="Rectángulo 4"/>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ea typeface="+mn-lt"/>
                <a:cs typeface="+mn-lt"/>
              </a:rPr>
              <a:t>Ciclo de vida: Llorens Fábregas (II)</a:t>
            </a:r>
            <a:endParaRPr lang="es-ES"/>
          </a:p>
        </p:txBody>
      </p:sp>
      <p:sp>
        <p:nvSpPr>
          <p:cNvPr id="7" name="Rectángulo 6">
            <a:extLst>
              <a:ext uri="{FF2B5EF4-FFF2-40B4-BE49-F238E27FC236}">
                <a16:creationId xmlns:a16="http://schemas.microsoft.com/office/drawing/2014/main" id="{679A7103-DFB9-2658-4481-3B9B9A12D73B}"/>
              </a:ext>
            </a:extLst>
          </p:cNvPr>
          <p:cNvSpPr/>
          <p:nvPr/>
        </p:nvSpPr>
        <p:spPr>
          <a:xfrm>
            <a:off x="375478" y="2325607"/>
            <a:ext cx="3036958" cy="137202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s-VE" sz="1500" b="1">
                <a:ea typeface="Calibri"/>
                <a:cs typeface="Calibri"/>
              </a:rPr>
              <a:t>Requisitos:</a:t>
            </a:r>
            <a:endParaRPr lang="es-VE" sz="1500">
              <a:ea typeface="Calibri"/>
              <a:cs typeface="Calibri"/>
            </a:endParaRPr>
          </a:p>
          <a:p>
            <a:r>
              <a:rPr lang="es-VE" sz="1400" b="1">
                <a:ea typeface="Calibri"/>
                <a:cs typeface="Calibri"/>
              </a:rPr>
              <a:t>Recopilación de las necesidades del cliente.</a:t>
            </a:r>
          </a:p>
          <a:p>
            <a:r>
              <a:rPr lang="es-VE" sz="1400" b="1">
                <a:ea typeface="Calibri"/>
                <a:cs typeface="Calibri"/>
              </a:rPr>
              <a:t>Identificación de entradas, procesos y salidas.</a:t>
            </a:r>
          </a:p>
        </p:txBody>
      </p:sp>
      <p:sp>
        <p:nvSpPr>
          <p:cNvPr id="8" name="Rectángulo 7">
            <a:extLst>
              <a:ext uri="{FF2B5EF4-FFF2-40B4-BE49-F238E27FC236}">
                <a16:creationId xmlns:a16="http://schemas.microsoft.com/office/drawing/2014/main" id="{0783398F-214F-C3F8-E896-F1CBA8B26A2E}"/>
              </a:ext>
            </a:extLst>
          </p:cNvPr>
          <p:cNvSpPr/>
          <p:nvPr/>
        </p:nvSpPr>
        <p:spPr>
          <a:xfrm>
            <a:off x="4527827" y="2325607"/>
            <a:ext cx="3036958" cy="137202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s-VE" sz="1500" b="1">
                <a:ea typeface="Calibri"/>
                <a:cs typeface="Calibri"/>
              </a:rPr>
              <a:t>Análisis y diseño:</a:t>
            </a:r>
            <a:endParaRPr lang="es-ES" sz="1500" b="1">
              <a:ea typeface="Calibri"/>
              <a:cs typeface="Calibri"/>
            </a:endParaRPr>
          </a:p>
          <a:p>
            <a:r>
              <a:rPr lang="es-VE" sz="1500">
                <a:ea typeface="Calibri"/>
                <a:cs typeface="Calibri"/>
              </a:rPr>
              <a:t>Diseño de la arquitectura del sistema, base de datos y la interfaz.</a:t>
            </a:r>
            <a:endParaRPr lang="es-VE"/>
          </a:p>
        </p:txBody>
      </p:sp>
      <p:sp>
        <p:nvSpPr>
          <p:cNvPr id="9" name="Rectángulo 8">
            <a:extLst>
              <a:ext uri="{FF2B5EF4-FFF2-40B4-BE49-F238E27FC236}">
                <a16:creationId xmlns:a16="http://schemas.microsoft.com/office/drawing/2014/main" id="{5D470D47-9A94-4E12-87B9-8BF45FC9F619}"/>
              </a:ext>
            </a:extLst>
          </p:cNvPr>
          <p:cNvSpPr/>
          <p:nvPr/>
        </p:nvSpPr>
        <p:spPr>
          <a:xfrm>
            <a:off x="8735390" y="2325606"/>
            <a:ext cx="3036958" cy="137202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s-VE" sz="1500" b="1">
                <a:ea typeface="Calibri"/>
                <a:cs typeface="Calibri"/>
              </a:rPr>
              <a:t>Construcción:</a:t>
            </a:r>
          </a:p>
          <a:p>
            <a:r>
              <a:rPr lang="es-VE" sz="1500">
                <a:ea typeface="Calibri"/>
                <a:cs typeface="Calibri"/>
              </a:rPr>
              <a:t>Programación del sistema.</a:t>
            </a:r>
          </a:p>
          <a:p>
            <a:r>
              <a:rPr lang="es-VE" sz="1500">
                <a:ea typeface="Calibri"/>
                <a:cs typeface="Calibri"/>
              </a:rPr>
              <a:t>Implementación de las funcionalidades definidas en la etapa de diseño.</a:t>
            </a:r>
          </a:p>
        </p:txBody>
      </p:sp>
      <p:sp>
        <p:nvSpPr>
          <p:cNvPr id="10" name="Rectángulo 9">
            <a:extLst>
              <a:ext uri="{FF2B5EF4-FFF2-40B4-BE49-F238E27FC236}">
                <a16:creationId xmlns:a16="http://schemas.microsoft.com/office/drawing/2014/main" id="{850C1A9B-4B2D-33AC-31B5-625FAD617993}"/>
              </a:ext>
            </a:extLst>
          </p:cNvPr>
          <p:cNvSpPr/>
          <p:nvPr/>
        </p:nvSpPr>
        <p:spPr>
          <a:xfrm>
            <a:off x="2517913" y="4379692"/>
            <a:ext cx="3036958" cy="137202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s-VE" sz="1500" b="1">
                <a:ea typeface="Calibri" panose="020F0502020204030204"/>
                <a:cs typeface="Calibri" panose="020F0502020204030204"/>
              </a:rPr>
              <a:t>Pruebas:</a:t>
            </a:r>
          </a:p>
          <a:p>
            <a:r>
              <a:rPr lang="es-VE" sz="1500">
                <a:ea typeface="Calibri" panose="020F0502020204030204"/>
                <a:cs typeface="Calibri" panose="020F0502020204030204"/>
              </a:rPr>
              <a:t>Validación del sistema desarrollado.</a:t>
            </a:r>
          </a:p>
          <a:p>
            <a:r>
              <a:rPr lang="es-VE" sz="1500">
                <a:ea typeface="Calibri" panose="020F0502020204030204"/>
                <a:cs typeface="Calibri" panose="020F0502020204030204"/>
              </a:rPr>
              <a:t>Corrección de errores.</a:t>
            </a:r>
          </a:p>
        </p:txBody>
      </p:sp>
      <p:sp>
        <p:nvSpPr>
          <p:cNvPr id="11" name="Rectángulo 10">
            <a:extLst>
              <a:ext uri="{FF2B5EF4-FFF2-40B4-BE49-F238E27FC236}">
                <a16:creationId xmlns:a16="http://schemas.microsoft.com/office/drawing/2014/main" id="{05C7B19A-99A4-86ED-710F-743CAFF61BFF}"/>
              </a:ext>
            </a:extLst>
          </p:cNvPr>
          <p:cNvSpPr/>
          <p:nvPr/>
        </p:nvSpPr>
        <p:spPr>
          <a:xfrm>
            <a:off x="6846955" y="4379693"/>
            <a:ext cx="3036958" cy="137202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s-VE" sz="1500" b="1">
                <a:ea typeface="Calibri"/>
                <a:cs typeface="Calibri"/>
              </a:rPr>
              <a:t>Producción y mantenimiento:</a:t>
            </a:r>
            <a:endParaRPr lang="es-VE" sz="1500">
              <a:ea typeface="Calibri"/>
              <a:cs typeface="Calibri"/>
            </a:endParaRPr>
          </a:p>
          <a:p>
            <a:r>
              <a:rPr lang="es-VE" sz="1500">
                <a:ea typeface="Calibri"/>
                <a:cs typeface="Calibri"/>
              </a:rPr>
              <a:t>Despliegue en un entorno real.</a:t>
            </a:r>
          </a:p>
          <a:p>
            <a:r>
              <a:rPr lang="es-VE" sz="1500">
                <a:ea typeface="Calibri"/>
                <a:cs typeface="Calibri"/>
              </a:rPr>
              <a:t>Capacitación de usuarios.</a:t>
            </a:r>
          </a:p>
          <a:p>
            <a:r>
              <a:rPr lang="es-VE" sz="1500">
                <a:ea typeface="Calibri"/>
                <a:cs typeface="Calibri"/>
              </a:rPr>
              <a:t>Mantenimiento y actualización según sea necesario</a:t>
            </a:r>
          </a:p>
        </p:txBody>
      </p:sp>
      <p:sp>
        <p:nvSpPr>
          <p:cNvPr id="12" name="Flecha: a la derecha 11">
            <a:extLst>
              <a:ext uri="{FF2B5EF4-FFF2-40B4-BE49-F238E27FC236}">
                <a16:creationId xmlns:a16="http://schemas.microsoft.com/office/drawing/2014/main" id="{5E865775-92CF-E831-C2AF-0D0C7E15E4D3}"/>
              </a:ext>
            </a:extLst>
          </p:cNvPr>
          <p:cNvSpPr/>
          <p:nvPr/>
        </p:nvSpPr>
        <p:spPr>
          <a:xfrm>
            <a:off x="3507290" y="2762840"/>
            <a:ext cx="978408" cy="484631"/>
          </a:xfrm>
          <a:prstGeom prst="rightArrow">
            <a:avLst/>
          </a:prstGeom>
          <a:ln w="285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lecha: a la derecha 12">
            <a:extLst>
              <a:ext uri="{FF2B5EF4-FFF2-40B4-BE49-F238E27FC236}">
                <a16:creationId xmlns:a16="http://schemas.microsoft.com/office/drawing/2014/main" id="{8D4F3C0D-D63F-7C4F-D8F7-45148B9FD5A4}"/>
              </a:ext>
            </a:extLst>
          </p:cNvPr>
          <p:cNvSpPr/>
          <p:nvPr/>
        </p:nvSpPr>
        <p:spPr>
          <a:xfrm>
            <a:off x="7681725" y="2762840"/>
            <a:ext cx="978408" cy="484631"/>
          </a:xfrm>
          <a:prstGeom prst="rightArrow">
            <a:avLst/>
          </a:prstGeom>
          <a:ln w="285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lecha: a la derecha 13">
            <a:extLst>
              <a:ext uri="{FF2B5EF4-FFF2-40B4-BE49-F238E27FC236}">
                <a16:creationId xmlns:a16="http://schemas.microsoft.com/office/drawing/2014/main" id="{122A6D21-02CD-219D-9131-E90CB1D163BB}"/>
              </a:ext>
            </a:extLst>
          </p:cNvPr>
          <p:cNvSpPr/>
          <p:nvPr/>
        </p:nvSpPr>
        <p:spPr>
          <a:xfrm>
            <a:off x="5749115" y="4816926"/>
            <a:ext cx="978408" cy="484631"/>
          </a:xfrm>
          <a:prstGeom prst="rightArrow">
            <a:avLst/>
          </a:prstGeom>
          <a:ln w="285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6769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TECNOLOGÍAS Y HERRAMIENTAS DE DESARROLLO</a:t>
            </a:r>
          </a:p>
        </p:txBody>
      </p:sp>
      <p:graphicFrame>
        <p:nvGraphicFramePr>
          <p:cNvPr id="9" name="Diagrama 8">
            <a:extLst>
              <a:ext uri="{FF2B5EF4-FFF2-40B4-BE49-F238E27FC236}">
                <a16:creationId xmlns:a16="http://schemas.microsoft.com/office/drawing/2014/main" id="{212B0648-A399-A7A7-2AAB-83385C756540}"/>
              </a:ext>
            </a:extLst>
          </p:cNvPr>
          <p:cNvGraphicFramePr/>
          <p:nvPr>
            <p:extLst>
              <p:ext uri="{D42A27DB-BD31-4B8C-83A1-F6EECF244321}">
                <p14:modId xmlns:p14="http://schemas.microsoft.com/office/powerpoint/2010/main" val="3376948208"/>
              </p:ext>
            </p:extLst>
          </p:nvPr>
        </p:nvGraphicFramePr>
        <p:xfrm>
          <a:off x="1524001" y="1199103"/>
          <a:ext cx="9960426" cy="55349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65" name="Imagen 1464" descr="El icono de Python | Vector Premium">
            <a:extLst>
              <a:ext uri="{FF2B5EF4-FFF2-40B4-BE49-F238E27FC236}">
                <a16:creationId xmlns:a16="http://schemas.microsoft.com/office/drawing/2014/main" id="{D9749A0D-DBB0-C444-4300-0EF35D8D250B}"/>
              </a:ext>
            </a:extLst>
          </p:cNvPr>
          <p:cNvPicPr>
            <a:picLocks noChangeAspect="1"/>
          </p:cNvPicPr>
          <p:nvPr/>
        </p:nvPicPr>
        <p:blipFill>
          <a:blip r:embed="rId7"/>
          <a:stretch>
            <a:fillRect/>
          </a:stretch>
        </p:blipFill>
        <p:spPr>
          <a:xfrm>
            <a:off x="5258899" y="1255468"/>
            <a:ext cx="900480" cy="888757"/>
          </a:xfrm>
          <a:prstGeom prst="rect">
            <a:avLst/>
          </a:prstGeom>
        </p:spPr>
      </p:pic>
      <p:pic>
        <p:nvPicPr>
          <p:cNvPr id="1466" name="Imagen 1465" descr="Flask SVG and transparent PNG icons | TechIcons">
            <a:extLst>
              <a:ext uri="{FF2B5EF4-FFF2-40B4-BE49-F238E27FC236}">
                <a16:creationId xmlns:a16="http://schemas.microsoft.com/office/drawing/2014/main" id="{BD4F38FA-FB43-C92B-FB36-58BEA4BD4554}"/>
              </a:ext>
            </a:extLst>
          </p:cNvPr>
          <p:cNvPicPr>
            <a:picLocks noChangeAspect="1"/>
          </p:cNvPicPr>
          <p:nvPr/>
        </p:nvPicPr>
        <p:blipFill>
          <a:blip r:embed="rId8"/>
          <a:stretch>
            <a:fillRect/>
          </a:stretch>
        </p:blipFill>
        <p:spPr>
          <a:xfrm>
            <a:off x="6618773" y="1302361"/>
            <a:ext cx="841865" cy="841865"/>
          </a:xfrm>
          <a:prstGeom prst="rect">
            <a:avLst/>
          </a:prstGeom>
        </p:spPr>
      </p:pic>
      <p:pic>
        <p:nvPicPr>
          <p:cNvPr id="1467" name="Imagen 1466" descr="Logo Javascript Icon Free - Descargar SVG, PNG o Copiar Código | IconScout">
            <a:extLst>
              <a:ext uri="{FF2B5EF4-FFF2-40B4-BE49-F238E27FC236}">
                <a16:creationId xmlns:a16="http://schemas.microsoft.com/office/drawing/2014/main" id="{A9A9CB4B-B279-0A8D-66E0-356D4A3EE3C6}"/>
              </a:ext>
            </a:extLst>
          </p:cNvPr>
          <p:cNvPicPr>
            <a:picLocks noChangeAspect="1"/>
          </p:cNvPicPr>
          <p:nvPr/>
        </p:nvPicPr>
        <p:blipFill>
          <a:blip r:embed="rId9"/>
          <a:stretch>
            <a:fillRect/>
          </a:stretch>
        </p:blipFill>
        <p:spPr>
          <a:xfrm>
            <a:off x="7732468" y="1267190"/>
            <a:ext cx="865310" cy="865310"/>
          </a:xfrm>
          <a:prstGeom prst="rect">
            <a:avLst/>
          </a:prstGeom>
        </p:spPr>
      </p:pic>
      <p:pic>
        <p:nvPicPr>
          <p:cNvPr id="1513" name="Imagen 1512" descr="Html 5 - Iconos gratis de logo">
            <a:extLst>
              <a:ext uri="{FF2B5EF4-FFF2-40B4-BE49-F238E27FC236}">
                <a16:creationId xmlns:a16="http://schemas.microsoft.com/office/drawing/2014/main" id="{526B4E85-D8EB-1950-6C24-A66C5DAC1873}"/>
              </a:ext>
            </a:extLst>
          </p:cNvPr>
          <p:cNvPicPr>
            <a:picLocks noChangeAspect="1"/>
          </p:cNvPicPr>
          <p:nvPr/>
        </p:nvPicPr>
        <p:blipFill>
          <a:blip r:embed="rId10"/>
          <a:stretch>
            <a:fillRect/>
          </a:stretch>
        </p:blipFill>
        <p:spPr>
          <a:xfrm>
            <a:off x="5845052" y="2650513"/>
            <a:ext cx="783249" cy="771526"/>
          </a:xfrm>
          <a:prstGeom prst="rect">
            <a:avLst/>
          </a:prstGeom>
        </p:spPr>
      </p:pic>
      <p:pic>
        <p:nvPicPr>
          <p:cNvPr id="1514" name="Imagen 1513" descr="CSS Logo - símbolo, significado logotipo, historia, PNG">
            <a:extLst>
              <a:ext uri="{FF2B5EF4-FFF2-40B4-BE49-F238E27FC236}">
                <a16:creationId xmlns:a16="http://schemas.microsoft.com/office/drawing/2014/main" id="{D04E90DA-D279-E2D0-251E-4AE4BEE1DB01}"/>
              </a:ext>
            </a:extLst>
          </p:cNvPr>
          <p:cNvPicPr>
            <a:picLocks noChangeAspect="1"/>
          </p:cNvPicPr>
          <p:nvPr/>
        </p:nvPicPr>
        <p:blipFill>
          <a:blip r:embed="rId11"/>
          <a:stretch>
            <a:fillRect/>
          </a:stretch>
        </p:blipFill>
        <p:spPr>
          <a:xfrm>
            <a:off x="6880712" y="2647582"/>
            <a:ext cx="1279282" cy="765665"/>
          </a:xfrm>
          <a:prstGeom prst="rect">
            <a:avLst/>
          </a:prstGeom>
        </p:spPr>
      </p:pic>
      <p:pic>
        <p:nvPicPr>
          <p:cNvPr id="1515" name="Imagen 1514" descr="MySQL Logo – History, Meaning &amp; Brand Colors | logotyp.us">
            <a:extLst>
              <a:ext uri="{FF2B5EF4-FFF2-40B4-BE49-F238E27FC236}">
                <a16:creationId xmlns:a16="http://schemas.microsoft.com/office/drawing/2014/main" id="{F8387279-9E5C-AAE6-5682-35D7494783A7}"/>
              </a:ext>
            </a:extLst>
          </p:cNvPr>
          <p:cNvPicPr>
            <a:picLocks noChangeAspect="1"/>
          </p:cNvPicPr>
          <p:nvPr/>
        </p:nvPicPr>
        <p:blipFill>
          <a:blip r:embed="rId12"/>
          <a:stretch>
            <a:fillRect/>
          </a:stretch>
        </p:blipFill>
        <p:spPr>
          <a:xfrm>
            <a:off x="5614620" y="3930894"/>
            <a:ext cx="1337896" cy="907074"/>
          </a:xfrm>
          <a:prstGeom prst="rect">
            <a:avLst/>
          </a:prstGeom>
        </p:spPr>
      </p:pic>
      <p:pic>
        <p:nvPicPr>
          <p:cNvPr id="1516" name="Imagen 1515" descr="File:Google Calendar icon (2020).svg - Wikimedia Commons">
            <a:extLst>
              <a:ext uri="{FF2B5EF4-FFF2-40B4-BE49-F238E27FC236}">
                <a16:creationId xmlns:a16="http://schemas.microsoft.com/office/drawing/2014/main" id="{688622CF-F89F-3A9B-8966-00BF52ACA382}"/>
              </a:ext>
            </a:extLst>
          </p:cNvPr>
          <p:cNvPicPr>
            <a:picLocks noChangeAspect="1"/>
          </p:cNvPicPr>
          <p:nvPr/>
        </p:nvPicPr>
        <p:blipFill>
          <a:blip r:embed="rId13"/>
          <a:stretch>
            <a:fillRect/>
          </a:stretch>
        </p:blipFill>
        <p:spPr>
          <a:xfrm>
            <a:off x="7322158" y="3928329"/>
            <a:ext cx="830142" cy="888757"/>
          </a:xfrm>
          <a:prstGeom prst="rect">
            <a:avLst/>
          </a:prstGeom>
        </p:spPr>
      </p:pic>
      <p:pic>
        <p:nvPicPr>
          <p:cNvPr id="1517" name="Imagen 1516" descr="Archivo:Visual Studio Code 1.35 icon.svg - Wikipedia, la enciclopedia libre">
            <a:extLst>
              <a:ext uri="{FF2B5EF4-FFF2-40B4-BE49-F238E27FC236}">
                <a16:creationId xmlns:a16="http://schemas.microsoft.com/office/drawing/2014/main" id="{2701E9BF-38F7-B5A0-7A2B-48F0DB3E7CDA}"/>
              </a:ext>
            </a:extLst>
          </p:cNvPr>
          <p:cNvPicPr>
            <a:picLocks noChangeAspect="1"/>
          </p:cNvPicPr>
          <p:nvPr/>
        </p:nvPicPr>
        <p:blipFill>
          <a:blip r:embed="rId14"/>
          <a:stretch>
            <a:fillRect/>
          </a:stretch>
        </p:blipFill>
        <p:spPr>
          <a:xfrm>
            <a:off x="5118221" y="5358545"/>
            <a:ext cx="736356" cy="748079"/>
          </a:xfrm>
          <a:prstGeom prst="rect">
            <a:avLst/>
          </a:prstGeom>
        </p:spPr>
      </p:pic>
      <p:pic>
        <p:nvPicPr>
          <p:cNvPr id="1536" name="Imagen 1535" descr="Github Free SVG, PNG, and vector dow... · LobeHub">
            <a:extLst>
              <a:ext uri="{FF2B5EF4-FFF2-40B4-BE49-F238E27FC236}">
                <a16:creationId xmlns:a16="http://schemas.microsoft.com/office/drawing/2014/main" id="{818FF6D5-E33A-0F62-8CF4-A1EC38C1270C}"/>
              </a:ext>
            </a:extLst>
          </p:cNvPr>
          <p:cNvPicPr>
            <a:picLocks noChangeAspect="1"/>
          </p:cNvPicPr>
          <p:nvPr/>
        </p:nvPicPr>
        <p:blipFill>
          <a:blip r:embed="rId15"/>
          <a:stretch>
            <a:fillRect/>
          </a:stretch>
        </p:blipFill>
        <p:spPr>
          <a:xfrm>
            <a:off x="6044344" y="5311652"/>
            <a:ext cx="841864" cy="794972"/>
          </a:xfrm>
          <a:prstGeom prst="rect">
            <a:avLst/>
          </a:prstGeom>
        </p:spPr>
      </p:pic>
      <p:pic>
        <p:nvPicPr>
          <p:cNvPr id="1537" name="Imagen 1536" descr="Mysql mesa de trabajo - Icono gratis PNG, SVG">
            <a:extLst>
              <a:ext uri="{FF2B5EF4-FFF2-40B4-BE49-F238E27FC236}">
                <a16:creationId xmlns:a16="http://schemas.microsoft.com/office/drawing/2014/main" id="{C8D45E4E-FD8C-D100-D0E2-3F09ED0D3924}"/>
              </a:ext>
            </a:extLst>
          </p:cNvPr>
          <p:cNvPicPr>
            <a:picLocks noChangeAspect="1"/>
          </p:cNvPicPr>
          <p:nvPr/>
        </p:nvPicPr>
        <p:blipFill>
          <a:blip r:embed="rId16"/>
          <a:stretch>
            <a:fillRect/>
          </a:stretch>
        </p:blipFill>
        <p:spPr>
          <a:xfrm>
            <a:off x="7029083" y="5253037"/>
            <a:ext cx="877034" cy="853587"/>
          </a:xfrm>
          <a:prstGeom prst="rect">
            <a:avLst/>
          </a:prstGeom>
        </p:spPr>
      </p:pic>
      <p:pic>
        <p:nvPicPr>
          <p:cNvPr id="1565" name="Imagen 1564" descr="Aiven - Aplicación de escritorio para Mac, Windows (PC) - WebCatalog">
            <a:extLst>
              <a:ext uri="{FF2B5EF4-FFF2-40B4-BE49-F238E27FC236}">
                <a16:creationId xmlns:a16="http://schemas.microsoft.com/office/drawing/2014/main" id="{615AD152-FD0E-E701-C374-C567AA053D2C}"/>
              </a:ext>
            </a:extLst>
          </p:cNvPr>
          <p:cNvPicPr>
            <a:picLocks noChangeAspect="1"/>
          </p:cNvPicPr>
          <p:nvPr/>
        </p:nvPicPr>
        <p:blipFill>
          <a:blip r:embed="rId17"/>
          <a:stretch>
            <a:fillRect/>
          </a:stretch>
        </p:blipFill>
        <p:spPr>
          <a:xfrm>
            <a:off x="8037267" y="5299929"/>
            <a:ext cx="818418" cy="806695"/>
          </a:xfrm>
          <a:prstGeom prst="rect">
            <a:avLst/>
          </a:prstGeom>
        </p:spPr>
      </p:pic>
      <p:pic>
        <p:nvPicPr>
          <p:cNvPr id="1566" name="Imagen 1565" descr="Icono&#10;&#10;El contenido generado por IA puede ser incorrecto.">
            <a:extLst>
              <a:ext uri="{FF2B5EF4-FFF2-40B4-BE49-F238E27FC236}">
                <a16:creationId xmlns:a16="http://schemas.microsoft.com/office/drawing/2014/main" id="{3A569376-6475-D583-C83A-686B4919C27F}"/>
              </a:ext>
            </a:extLst>
          </p:cNvPr>
          <p:cNvPicPr>
            <a:picLocks noChangeAspect="1"/>
          </p:cNvPicPr>
          <p:nvPr/>
        </p:nvPicPr>
        <p:blipFill>
          <a:blip r:embed="rId18"/>
          <a:stretch>
            <a:fillRect/>
          </a:stretch>
        </p:blipFill>
        <p:spPr>
          <a:xfrm>
            <a:off x="8981710" y="5306525"/>
            <a:ext cx="734890" cy="793505"/>
          </a:xfrm>
          <a:prstGeom prst="rect">
            <a:avLst/>
          </a:prstGeom>
        </p:spPr>
      </p:pic>
    </p:spTree>
    <p:extLst>
      <p:ext uri="{BB962C8B-B14F-4D97-AF65-F5344CB8AC3E}">
        <p14:creationId xmlns:p14="http://schemas.microsoft.com/office/powerpoint/2010/main" val="104921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A12C-18F6-F25C-0AB8-2C3351D2CE6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1AC1368-CF89-E483-B7F3-1154CBC7CA48}"/>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4B304DCC-1659-4949-B70F-46D03185CA79}"/>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0</a:t>
            </a:r>
            <a:endParaRPr lang="es-ES"/>
          </a:p>
        </p:txBody>
      </p:sp>
      <p:pic>
        <p:nvPicPr>
          <p:cNvPr id="4" name="Imagen 3" descr="Diagrama">
            <a:extLst>
              <a:ext uri="{FF2B5EF4-FFF2-40B4-BE49-F238E27FC236}">
                <a16:creationId xmlns:a16="http://schemas.microsoft.com/office/drawing/2014/main" id="{0F0E37EF-50FD-1AA1-C93E-877CDB52C36B}"/>
              </a:ext>
            </a:extLst>
          </p:cNvPr>
          <p:cNvPicPr>
            <a:picLocks noChangeAspect="1"/>
          </p:cNvPicPr>
          <p:nvPr/>
        </p:nvPicPr>
        <p:blipFill>
          <a:blip r:embed="rId2"/>
          <a:stretch>
            <a:fillRect/>
          </a:stretch>
        </p:blipFill>
        <p:spPr>
          <a:xfrm>
            <a:off x="1626576" y="1209309"/>
            <a:ext cx="8938847" cy="5131044"/>
          </a:xfrm>
          <a:prstGeom prst="rect">
            <a:avLst/>
          </a:prstGeom>
        </p:spPr>
      </p:pic>
    </p:spTree>
    <p:extLst>
      <p:ext uri="{BB962C8B-B14F-4D97-AF65-F5344CB8AC3E}">
        <p14:creationId xmlns:p14="http://schemas.microsoft.com/office/powerpoint/2010/main" val="4243869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1</a:t>
            </a:r>
            <a:endParaRPr lang="es-ES"/>
          </a:p>
        </p:txBody>
      </p:sp>
      <p:pic>
        <p:nvPicPr>
          <p:cNvPr id="5" name="Imagen 4" descr="Diagrama, Esquemático&#10;&#10;El contenido generado por IA puede ser incorrecto.">
            <a:extLst>
              <a:ext uri="{FF2B5EF4-FFF2-40B4-BE49-F238E27FC236}">
                <a16:creationId xmlns:a16="http://schemas.microsoft.com/office/drawing/2014/main" id="{B50B1183-26E6-B5FF-D5CB-B35A1AF156B6}"/>
              </a:ext>
            </a:extLst>
          </p:cNvPr>
          <p:cNvPicPr>
            <a:picLocks noChangeAspect="1"/>
          </p:cNvPicPr>
          <p:nvPr/>
        </p:nvPicPr>
        <p:blipFill>
          <a:blip r:embed="rId2"/>
          <a:stretch>
            <a:fillRect/>
          </a:stretch>
        </p:blipFill>
        <p:spPr>
          <a:xfrm>
            <a:off x="1312587" y="1164948"/>
            <a:ext cx="9268654" cy="5356363"/>
          </a:xfrm>
          <a:prstGeom prst="rect">
            <a:avLst/>
          </a:prstGeom>
        </p:spPr>
      </p:pic>
    </p:spTree>
    <p:extLst>
      <p:ext uri="{BB962C8B-B14F-4D97-AF65-F5344CB8AC3E}">
        <p14:creationId xmlns:p14="http://schemas.microsoft.com/office/powerpoint/2010/main" val="175397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44718-C18A-C160-2E4A-BA395C81907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D9BEEDD-FF9B-01B9-CEBA-C2367B66327F}"/>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C47D4862-3931-C5CA-74E3-E2BC6163E307}"/>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2 Login/Resgistro</a:t>
            </a:r>
            <a:endParaRPr lang="es-ES"/>
          </a:p>
        </p:txBody>
      </p:sp>
      <p:pic>
        <p:nvPicPr>
          <p:cNvPr id="4" name="Imagen 3" descr="Diagrama&#10;&#10;El contenido generado por IA puede ser incorrecto.">
            <a:extLst>
              <a:ext uri="{FF2B5EF4-FFF2-40B4-BE49-F238E27FC236}">
                <a16:creationId xmlns:a16="http://schemas.microsoft.com/office/drawing/2014/main" id="{2CE932F8-064F-223D-95D1-8AFDDA84CB19}"/>
              </a:ext>
            </a:extLst>
          </p:cNvPr>
          <p:cNvPicPr>
            <a:picLocks noChangeAspect="1"/>
          </p:cNvPicPr>
          <p:nvPr/>
        </p:nvPicPr>
        <p:blipFill>
          <a:blip r:embed="rId2"/>
          <a:stretch>
            <a:fillRect/>
          </a:stretch>
        </p:blipFill>
        <p:spPr>
          <a:xfrm>
            <a:off x="2400300" y="1304559"/>
            <a:ext cx="7391400" cy="5186729"/>
          </a:xfrm>
          <a:prstGeom prst="rect">
            <a:avLst/>
          </a:prstGeom>
        </p:spPr>
      </p:pic>
    </p:spTree>
    <p:extLst>
      <p:ext uri="{BB962C8B-B14F-4D97-AF65-F5344CB8AC3E}">
        <p14:creationId xmlns:p14="http://schemas.microsoft.com/office/powerpoint/2010/main" val="121609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01EDC-AC87-71F9-689E-7BA7EF91A49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33D565F-964B-C0E1-48D9-E6E9BB89B601}"/>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F0C267A1-39A9-9F02-7566-D1029C44129D}"/>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2 Reserva de clases</a:t>
            </a:r>
            <a:endParaRPr lang="es-ES"/>
          </a:p>
        </p:txBody>
      </p:sp>
      <p:pic>
        <p:nvPicPr>
          <p:cNvPr id="4" name="Imagen 3" descr="Diagrama&#10;&#10;El contenido generado por IA puede ser incorrecto.">
            <a:extLst>
              <a:ext uri="{FF2B5EF4-FFF2-40B4-BE49-F238E27FC236}">
                <a16:creationId xmlns:a16="http://schemas.microsoft.com/office/drawing/2014/main" id="{DE97D47B-5F59-A62D-CB6D-608CC90E6E30}"/>
              </a:ext>
            </a:extLst>
          </p:cNvPr>
          <p:cNvPicPr>
            <a:picLocks noChangeAspect="1"/>
          </p:cNvPicPr>
          <p:nvPr/>
        </p:nvPicPr>
        <p:blipFill>
          <a:blip r:embed="rId2"/>
          <a:stretch>
            <a:fillRect/>
          </a:stretch>
        </p:blipFill>
        <p:spPr>
          <a:xfrm>
            <a:off x="1884485" y="1199417"/>
            <a:ext cx="8294077" cy="5268058"/>
          </a:xfrm>
          <a:prstGeom prst="rect">
            <a:avLst/>
          </a:prstGeom>
        </p:spPr>
      </p:pic>
    </p:spTree>
    <p:extLst>
      <p:ext uri="{BB962C8B-B14F-4D97-AF65-F5344CB8AC3E}">
        <p14:creationId xmlns:p14="http://schemas.microsoft.com/office/powerpoint/2010/main" val="4232662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1A13D-596A-F2DE-D343-8602F5AAE90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CA4C40F-2D95-7B1C-1DF6-0FDA14B0DA1F}"/>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D52B6516-3EE4-5827-8EAE-BDAA0DB25275}"/>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2 Gestion de clases</a:t>
            </a:r>
            <a:endParaRPr lang="es-ES"/>
          </a:p>
        </p:txBody>
      </p:sp>
      <p:pic>
        <p:nvPicPr>
          <p:cNvPr id="5" name="Imagen 4" descr="Diagrama&#10;&#10;El contenido generado por IA puede ser incorrecto.">
            <a:extLst>
              <a:ext uri="{FF2B5EF4-FFF2-40B4-BE49-F238E27FC236}">
                <a16:creationId xmlns:a16="http://schemas.microsoft.com/office/drawing/2014/main" id="{E6994B94-E444-2481-24DD-842092F13977}"/>
              </a:ext>
            </a:extLst>
          </p:cNvPr>
          <p:cNvPicPr>
            <a:picLocks noChangeAspect="1"/>
          </p:cNvPicPr>
          <p:nvPr/>
        </p:nvPicPr>
        <p:blipFill>
          <a:blip r:embed="rId2"/>
          <a:stretch>
            <a:fillRect/>
          </a:stretch>
        </p:blipFill>
        <p:spPr>
          <a:xfrm>
            <a:off x="1663211" y="1273419"/>
            <a:ext cx="8689732" cy="4944207"/>
          </a:xfrm>
          <a:prstGeom prst="rect">
            <a:avLst/>
          </a:prstGeom>
        </p:spPr>
      </p:pic>
    </p:spTree>
    <p:extLst>
      <p:ext uri="{BB962C8B-B14F-4D97-AF65-F5344CB8AC3E}">
        <p14:creationId xmlns:p14="http://schemas.microsoft.com/office/powerpoint/2010/main" val="3772101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3C6FA-BF4A-AADE-EBD6-E8B67C26FF3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3B6F7EA-392C-8204-50F7-658388D34E76}"/>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0B9EE1A3-2E11-9E49-66A3-66EDA2DF423F}"/>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2 Gestion de usuarios</a:t>
            </a:r>
            <a:endParaRPr lang="es-ES"/>
          </a:p>
        </p:txBody>
      </p:sp>
      <p:pic>
        <p:nvPicPr>
          <p:cNvPr id="4" name="Imagen 3" descr="Diagrama&#10;&#10;El contenido generado por IA puede ser incorrecto.">
            <a:extLst>
              <a:ext uri="{FF2B5EF4-FFF2-40B4-BE49-F238E27FC236}">
                <a16:creationId xmlns:a16="http://schemas.microsoft.com/office/drawing/2014/main" id="{BA8491A0-5E01-509C-5FEF-26DED05CF176}"/>
              </a:ext>
            </a:extLst>
          </p:cNvPr>
          <p:cNvPicPr>
            <a:picLocks noChangeAspect="1"/>
          </p:cNvPicPr>
          <p:nvPr/>
        </p:nvPicPr>
        <p:blipFill>
          <a:blip r:embed="rId2"/>
          <a:stretch>
            <a:fillRect/>
          </a:stretch>
        </p:blipFill>
        <p:spPr>
          <a:xfrm>
            <a:off x="1871663" y="1603131"/>
            <a:ext cx="8448675" cy="4800600"/>
          </a:xfrm>
          <a:prstGeom prst="rect">
            <a:avLst/>
          </a:prstGeom>
        </p:spPr>
      </p:pic>
    </p:spTree>
    <p:extLst>
      <p:ext uri="{BB962C8B-B14F-4D97-AF65-F5344CB8AC3E}">
        <p14:creationId xmlns:p14="http://schemas.microsoft.com/office/powerpoint/2010/main" val="3553970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B0E4C-A6FC-B681-46C3-E75ABD880787}"/>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A03B996-E8F2-4A1A-0613-62908F090FA5}"/>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3D7DD1B0-3AB6-6FF6-3373-5059912021B8}"/>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DIAGRAMA DE FLUJO DE DATOS – DFD NIVEL 2 Compra de paquetes</a:t>
            </a:r>
            <a:endParaRPr lang="es-ES"/>
          </a:p>
        </p:txBody>
      </p:sp>
      <p:pic>
        <p:nvPicPr>
          <p:cNvPr id="4" name="Imagen 3" descr="Diagrama&#10;&#10;El contenido generado por IA puede ser incorrecto.">
            <a:extLst>
              <a:ext uri="{FF2B5EF4-FFF2-40B4-BE49-F238E27FC236}">
                <a16:creationId xmlns:a16="http://schemas.microsoft.com/office/drawing/2014/main" id="{BC9CCB61-86D2-2163-151D-0B2BC6D70A20}"/>
              </a:ext>
            </a:extLst>
          </p:cNvPr>
          <p:cNvPicPr>
            <a:picLocks noChangeAspect="1"/>
          </p:cNvPicPr>
          <p:nvPr/>
        </p:nvPicPr>
        <p:blipFill>
          <a:blip r:embed="rId2"/>
          <a:stretch>
            <a:fillRect/>
          </a:stretch>
        </p:blipFill>
        <p:spPr>
          <a:xfrm>
            <a:off x="2033222" y="1479672"/>
            <a:ext cx="7855925" cy="4883394"/>
          </a:xfrm>
          <a:prstGeom prst="rect">
            <a:avLst/>
          </a:prstGeom>
        </p:spPr>
      </p:pic>
    </p:spTree>
    <p:extLst>
      <p:ext uri="{BB962C8B-B14F-4D97-AF65-F5344CB8AC3E}">
        <p14:creationId xmlns:p14="http://schemas.microsoft.com/office/powerpoint/2010/main" val="657942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DICCIONARIO DE DATOS - DFD</a:t>
            </a:r>
          </a:p>
        </p:txBody>
      </p:sp>
      <p:pic>
        <p:nvPicPr>
          <p:cNvPr id="4" name="Imagen 3" descr="Texto&#10;&#10;El contenido generado por IA puede ser incorrecto.">
            <a:extLst>
              <a:ext uri="{FF2B5EF4-FFF2-40B4-BE49-F238E27FC236}">
                <a16:creationId xmlns:a16="http://schemas.microsoft.com/office/drawing/2014/main" id="{85701A8B-6364-3A5D-D4B4-76731C95C79E}"/>
              </a:ext>
            </a:extLst>
          </p:cNvPr>
          <p:cNvPicPr>
            <a:picLocks noChangeAspect="1"/>
          </p:cNvPicPr>
          <p:nvPr/>
        </p:nvPicPr>
        <p:blipFill>
          <a:blip r:embed="rId2"/>
          <a:stretch>
            <a:fillRect/>
          </a:stretch>
        </p:blipFill>
        <p:spPr>
          <a:xfrm>
            <a:off x="1243012" y="1187312"/>
            <a:ext cx="9705975" cy="5543550"/>
          </a:xfrm>
          <a:prstGeom prst="rect">
            <a:avLst/>
          </a:prstGeom>
        </p:spPr>
      </p:pic>
    </p:spTree>
    <p:extLst>
      <p:ext uri="{BB962C8B-B14F-4D97-AF65-F5344CB8AC3E}">
        <p14:creationId xmlns:p14="http://schemas.microsoft.com/office/powerpoint/2010/main" val="359431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DIAGRAMA ENTIDAD – RELACIÓN </a:t>
            </a:r>
          </a:p>
        </p:txBody>
      </p:sp>
      <p:pic>
        <p:nvPicPr>
          <p:cNvPr id="4" name="Imagen 3">
            <a:extLst>
              <a:ext uri="{FF2B5EF4-FFF2-40B4-BE49-F238E27FC236}">
                <a16:creationId xmlns:a16="http://schemas.microsoft.com/office/drawing/2014/main" id="{37D59808-EDA0-30CF-BDA8-0EDE983C7D2B}"/>
              </a:ext>
            </a:extLst>
          </p:cNvPr>
          <p:cNvPicPr>
            <a:picLocks noChangeAspect="1"/>
          </p:cNvPicPr>
          <p:nvPr/>
        </p:nvPicPr>
        <p:blipFill>
          <a:blip r:embed="rId2"/>
          <a:stretch>
            <a:fillRect/>
          </a:stretch>
        </p:blipFill>
        <p:spPr>
          <a:xfrm>
            <a:off x="1568380" y="1203048"/>
            <a:ext cx="9055239" cy="5655642"/>
          </a:xfrm>
          <a:prstGeom prst="rect">
            <a:avLst/>
          </a:prstGeom>
        </p:spPr>
      </p:pic>
    </p:spTree>
    <p:extLst>
      <p:ext uri="{BB962C8B-B14F-4D97-AF65-F5344CB8AC3E}">
        <p14:creationId xmlns:p14="http://schemas.microsoft.com/office/powerpoint/2010/main" val="139332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692B-14B0-96D6-4A84-11EE9C46364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9718820-55A8-F70C-B67F-A95B0D670AA8}"/>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FD7F8803-DF9A-696E-B496-AECCA9212016}"/>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DICCIONARIO DE DATOS - BD</a:t>
            </a:r>
          </a:p>
        </p:txBody>
      </p:sp>
      <p:graphicFrame>
        <p:nvGraphicFramePr>
          <p:cNvPr id="4" name="Tabla 3">
            <a:extLst>
              <a:ext uri="{FF2B5EF4-FFF2-40B4-BE49-F238E27FC236}">
                <a16:creationId xmlns:a16="http://schemas.microsoft.com/office/drawing/2014/main" id="{DA89FC03-118B-8FBC-F5C4-F8D73D2DC075}"/>
              </a:ext>
            </a:extLst>
          </p:cNvPr>
          <p:cNvGraphicFramePr>
            <a:graphicFrameLocks noGrp="1"/>
          </p:cNvGraphicFramePr>
          <p:nvPr>
            <p:extLst>
              <p:ext uri="{D42A27DB-BD31-4B8C-83A1-F6EECF244321}">
                <p14:modId xmlns:p14="http://schemas.microsoft.com/office/powerpoint/2010/main" val="53112495"/>
              </p:ext>
            </p:extLst>
          </p:nvPr>
        </p:nvGraphicFramePr>
        <p:xfrm>
          <a:off x="1347304" y="1148521"/>
          <a:ext cx="9310503" cy="2225039"/>
        </p:xfrm>
        <a:graphic>
          <a:graphicData uri="http://schemas.openxmlformats.org/drawingml/2006/table">
            <a:tbl>
              <a:tblPr firstRow="1" bandRow="1">
                <a:tableStyleId>{5C22544A-7EE6-4342-B048-85BDC9FD1C3A}</a:tableStyleId>
              </a:tblPr>
              <a:tblGrid>
                <a:gridCol w="2431404">
                  <a:extLst>
                    <a:ext uri="{9D8B030D-6E8A-4147-A177-3AD203B41FA5}">
                      <a16:colId xmlns:a16="http://schemas.microsoft.com/office/drawing/2014/main" val="1482830593"/>
                    </a:ext>
                  </a:extLst>
                </a:gridCol>
                <a:gridCol w="2194194">
                  <a:extLst>
                    <a:ext uri="{9D8B030D-6E8A-4147-A177-3AD203B41FA5}">
                      <a16:colId xmlns:a16="http://schemas.microsoft.com/office/drawing/2014/main" val="2019461268"/>
                    </a:ext>
                  </a:extLst>
                </a:gridCol>
                <a:gridCol w="4684905">
                  <a:extLst>
                    <a:ext uri="{9D8B030D-6E8A-4147-A177-3AD203B41FA5}">
                      <a16:colId xmlns:a16="http://schemas.microsoft.com/office/drawing/2014/main" val="394242086"/>
                    </a:ext>
                  </a:extLst>
                </a:gridCol>
              </a:tblGrid>
              <a:tr h="370839">
                <a:tc>
                  <a:txBody>
                    <a:bodyPr/>
                    <a:lstStyle/>
                    <a:p>
                      <a:pPr lvl="0">
                        <a:buNone/>
                      </a:pPr>
                      <a:r>
                        <a:rPr lang="es-ES"/>
                        <a:t>Administradores</a:t>
                      </a:r>
                    </a:p>
                  </a:txBody>
                  <a:tcPr/>
                </a:tc>
                <a:tc>
                  <a:txBody>
                    <a:bodyPr/>
                    <a:lstStyle/>
                    <a:p>
                      <a:pPr lvl="0">
                        <a:buNone/>
                      </a:pPr>
                      <a:r>
                        <a:rPr lang="es-ES"/>
                        <a:t>Tipo</a:t>
                      </a:r>
                    </a:p>
                  </a:txBody>
                  <a:tcPr/>
                </a:tc>
                <a:tc>
                  <a:txBody>
                    <a:bodyPr/>
                    <a:lstStyle/>
                    <a:p>
                      <a:pPr lvl="0">
                        <a:buNone/>
                      </a:pPr>
                      <a:r>
                        <a:rPr lang="es-ES" err="1"/>
                        <a:t>Descripcion</a:t>
                      </a:r>
                    </a:p>
                  </a:txBody>
                  <a:tcPr/>
                </a:tc>
                <a:extLst>
                  <a:ext uri="{0D108BD9-81ED-4DB2-BD59-A6C34878D82A}">
                    <a16:rowId xmlns:a16="http://schemas.microsoft.com/office/drawing/2014/main" val="1118729131"/>
                  </a:ext>
                </a:extLst>
              </a:tr>
              <a:tr h="370840">
                <a:tc>
                  <a:txBody>
                    <a:bodyPr/>
                    <a:lstStyle/>
                    <a:p>
                      <a:r>
                        <a:rPr lang="es-ES"/>
                        <a:t>Correo PK</a:t>
                      </a:r>
                    </a:p>
                  </a:txBody>
                  <a:tcPr/>
                </a:tc>
                <a:tc>
                  <a:txBody>
                    <a:bodyPr/>
                    <a:lstStyle/>
                    <a:p>
                      <a:r>
                        <a:rPr lang="es-ES" err="1"/>
                        <a:t>Varchar</a:t>
                      </a:r>
                      <a:r>
                        <a:rPr lang="es-ES"/>
                        <a:t>(50)</a:t>
                      </a:r>
                    </a:p>
                  </a:txBody>
                  <a:tcPr/>
                </a:tc>
                <a:tc>
                  <a:txBody>
                    <a:bodyPr/>
                    <a:lstStyle/>
                    <a:p>
                      <a:r>
                        <a:rPr lang="es-ES"/>
                        <a:t>Correo del </a:t>
                      </a:r>
                      <a:r>
                        <a:rPr lang="es-ES" err="1"/>
                        <a:t>adminstrador</a:t>
                      </a:r>
                    </a:p>
                  </a:txBody>
                  <a:tcPr/>
                </a:tc>
                <a:extLst>
                  <a:ext uri="{0D108BD9-81ED-4DB2-BD59-A6C34878D82A}">
                    <a16:rowId xmlns:a16="http://schemas.microsoft.com/office/drawing/2014/main" val="2411020249"/>
                  </a:ext>
                </a:extLst>
              </a:tr>
              <a:tr h="370840">
                <a:tc>
                  <a:txBody>
                    <a:bodyPr/>
                    <a:lstStyle/>
                    <a:p>
                      <a:r>
                        <a:rPr lang="es-ES" err="1"/>
                        <a:t>Password</a:t>
                      </a:r>
                    </a:p>
                  </a:txBody>
                  <a:tcPr/>
                </a:tc>
                <a:tc>
                  <a:txBody>
                    <a:bodyPr/>
                    <a:lstStyle/>
                    <a:p>
                      <a:pPr lvl="0" algn="l">
                        <a:lnSpc>
                          <a:spcPct val="100000"/>
                        </a:lnSpc>
                        <a:spcBef>
                          <a:spcPts val="0"/>
                        </a:spcBef>
                        <a:spcAft>
                          <a:spcPts val="0"/>
                        </a:spcAft>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(64)</a:t>
                      </a:r>
                    </a:p>
                  </a:txBody>
                  <a:tcPr/>
                </a:tc>
                <a:tc>
                  <a:txBody>
                    <a:bodyPr/>
                    <a:lstStyle/>
                    <a:p>
                      <a:r>
                        <a:rPr lang="es-ES"/>
                        <a:t>Contraseña del administrador</a:t>
                      </a:r>
                    </a:p>
                  </a:txBody>
                  <a:tcPr/>
                </a:tc>
                <a:extLst>
                  <a:ext uri="{0D108BD9-81ED-4DB2-BD59-A6C34878D82A}">
                    <a16:rowId xmlns:a16="http://schemas.microsoft.com/office/drawing/2014/main" val="789093122"/>
                  </a:ext>
                </a:extLst>
              </a:tr>
              <a:tr h="370840">
                <a:tc>
                  <a:txBody>
                    <a:bodyPr/>
                    <a:lstStyle/>
                    <a:p>
                      <a:r>
                        <a:rPr lang="es-ES"/>
                        <a:t>Nombre</a:t>
                      </a:r>
                    </a:p>
                  </a:txBody>
                  <a:tcPr/>
                </a:tc>
                <a:tc>
                  <a:txBody>
                    <a:bodyPr/>
                    <a:lstStyle/>
                    <a:p>
                      <a:pPr lvl="0" algn="l">
                        <a:lnSpc>
                          <a:spcPct val="100000"/>
                        </a:lnSpc>
                        <a:spcBef>
                          <a:spcPts val="0"/>
                        </a:spcBef>
                        <a:spcAft>
                          <a:spcPts val="0"/>
                        </a:spcAft>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(30)</a:t>
                      </a:r>
                    </a:p>
                  </a:txBody>
                  <a:tcPr/>
                </a:tc>
                <a:tc>
                  <a:txBody>
                    <a:bodyPr/>
                    <a:lstStyle/>
                    <a:p>
                      <a:pPr lvl="0">
                        <a:buNone/>
                      </a:pPr>
                      <a:r>
                        <a:rPr lang="es-ES"/>
                        <a:t>Nombre del </a:t>
                      </a:r>
                      <a:r>
                        <a:rPr lang="es-ES" err="1"/>
                        <a:t>admin</a:t>
                      </a:r>
                    </a:p>
                  </a:txBody>
                  <a:tcPr/>
                </a:tc>
                <a:extLst>
                  <a:ext uri="{0D108BD9-81ED-4DB2-BD59-A6C34878D82A}">
                    <a16:rowId xmlns:a16="http://schemas.microsoft.com/office/drawing/2014/main" val="3707348487"/>
                  </a:ext>
                </a:extLst>
              </a:tr>
              <a:tr h="370840">
                <a:tc>
                  <a:txBody>
                    <a:bodyPr/>
                    <a:lstStyle/>
                    <a:p>
                      <a:r>
                        <a:rPr lang="es-ES"/>
                        <a:t>Apellido</a:t>
                      </a:r>
                    </a:p>
                  </a:txBody>
                  <a:tcPr/>
                </a:tc>
                <a:tc>
                  <a:txBody>
                    <a:bodyPr/>
                    <a:lstStyle/>
                    <a:p>
                      <a:pPr lvl="0" algn="l">
                        <a:lnSpc>
                          <a:spcPct val="100000"/>
                        </a:lnSpc>
                        <a:spcBef>
                          <a:spcPts val="0"/>
                        </a:spcBef>
                        <a:spcAft>
                          <a:spcPts val="0"/>
                        </a:spcAft>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(30)</a:t>
                      </a:r>
                    </a:p>
                  </a:txBody>
                  <a:tcPr/>
                </a:tc>
                <a:tc>
                  <a:txBody>
                    <a:bodyPr/>
                    <a:lstStyle/>
                    <a:p>
                      <a:r>
                        <a:rPr lang="es-ES"/>
                        <a:t>Apellido del </a:t>
                      </a:r>
                      <a:r>
                        <a:rPr lang="es-ES" err="1"/>
                        <a:t>admin</a:t>
                      </a:r>
                    </a:p>
                  </a:txBody>
                  <a:tcPr/>
                </a:tc>
                <a:extLst>
                  <a:ext uri="{0D108BD9-81ED-4DB2-BD59-A6C34878D82A}">
                    <a16:rowId xmlns:a16="http://schemas.microsoft.com/office/drawing/2014/main" val="2093783896"/>
                  </a:ext>
                </a:extLst>
              </a:tr>
              <a:tr h="370840">
                <a:tc>
                  <a:txBody>
                    <a:bodyPr/>
                    <a:lstStyle/>
                    <a:p>
                      <a:r>
                        <a:rPr lang="es-ES" err="1"/>
                        <a:t>Telefono</a:t>
                      </a:r>
                    </a:p>
                  </a:txBody>
                  <a:tcPr/>
                </a:tc>
                <a:tc>
                  <a:txBody>
                    <a:bodyPr/>
                    <a:lstStyle/>
                    <a:p>
                      <a:pPr lvl="0" algn="l">
                        <a:lnSpc>
                          <a:spcPct val="100000"/>
                        </a:lnSpc>
                        <a:spcBef>
                          <a:spcPts val="0"/>
                        </a:spcBef>
                        <a:spcAft>
                          <a:spcPts val="0"/>
                        </a:spcAft>
                        <a:buNone/>
                      </a:pPr>
                      <a:r>
                        <a:rPr lang="es-ES" sz="1800" b="0" i="0" u="none" strike="noStrike" noProof="0">
                          <a:solidFill>
                            <a:srgbClr val="000000"/>
                          </a:solidFill>
                          <a:latin typeface="Calibri"/>
                          <a:ea typeface="Calibri"/>
                          <a:cs typeface="Calibri"/>
                        </a:rPr>
                        <a:t>Decimal(10.0)</a:t>
                      </a:r>
                    </a:p>
                  </a:txBody>
                  <a:tcPr/>
                </a:tc>
                <a:tc>
                  <a:txBody>
                    <a:bodyPr/>
                    <a:lstStyle/>
                    <a:p>
                      <a:r>
                        <a:rPr lang="es-ES" err="1"/>
                        <a:t>Telefono</a:t>
                      </a:r>
                      <a:r>
                        <a:rPr lang="es-ES"/>
                        <a:t> del </a:t>
                      </a:r>
                      <a:r>
                        <a:rPr lang="es-ES" err="1"/>
                        <a:t>admin</a:t>
                      </a:r>
                    </a:p>
                  </a:txBody>
                  <a:tcPr/>
                </a:tc>
                <a:extLst>
                  <a:ext uri="{0D108BD9-81ED-4DB2-BD59-A6C34878D82A}">
                    <a16:rowId xmlns:a16="http://schemas.microsoft.com/office/drawing/2014/main" val="3896240737"/>
                  </a:ext>
                </a:extLst>
              </a:tr>
            </a:tbl>
          </a:graphicData>
        </a:graphic>
      </p:graphicFrame>
      <p:graphicFrame>
        <p:nvGraphicFramePr>
          <p:cNvPr id="7" name="Tabla 6">
            <a:extLst>
              <a:ext uri="{FF2B5EF4-FFF2-40B4-BE49-F238E27FC236}">
                <a16:creationId xmlns:a16="http://schemas.microsoft.com/office/drawing/2014/main" id="{46162726-7404-B808-BFC5-2445ED441531}"/>
              </a:ext>
            </a:extLst>
          </p:cNvPr>
          <p:cNvGraphicFramePr>
            <a:graphicFrameLocks noGrp="1"/>
          </p:cNvGraphicFramePr>
          <p:nvPr>
            <p:extLst>
              <p:ext uri="{D42A27DB-BD31-4B8C-83A1-F6EECF244321}">
                <p14:modId xmlns:p14="http://schemas.microsoft.com/office/powerpoint/2010/main" val="1909450827"/>
              </p:ext>
            </p:extLst>
          </p:nvPr>
        </p:nvGraphicFramePr>
        <p:xfrm>
          <a:off x="1315942" y="3637854"/>
          <a:ext cx="9343681" cy="2966720"/>
        </p:xfrm>
        <a:graphic>
          <a:graphicData uri="http://schemas.openxmlformats.org/drawingml/2006/table">
            <a:tbl>
              <a:tblPr firstRow="1" bandRow="1">
                <a:tableStyleId>{5C22544A-7EE6-4342-B048-85BDC9FD1C3A}</a:tableStyleId>
              </a:tblPr>
              <a:tblGrid>
                <a:gridCol w="2722879">
                  <a:extLst>
                    <a:ext uri="{9D8B030D-6E8A-4147-A177-3AD203B41FA5}">
                      <a16:colId xmlns:a16="http://schemas.microsoft.com/office/drawing/2014/main" val="1297587432"/>
                    </a:ext>
                  </a:extLst>
                </a:gridCol>
                <a:gridCol w="2722879">
                  <a:extLst>
                    <a:ext uri="{9D8B030D-6E8A-4147-A177-3AD203B41FA5}">
                      <a16:colId xmlns:a16="http://schemas.microsoft.com/office/drawing/2014/main" val="51301682"/>
                    </a:ext>
                  </a:extLst>
                </a:gridCol>
                <a:gridCol w="3897923">
                  <a:extLst>
                    <a:ext uri="{9D8B030D-6E8A-4147-A177-3AD203B41FA5}">
                      <a16:colId xmlns:a16="http://schemas.microsoft.com/office/drawing/2014/main" val="3909619937"/>
                    </a:ext>
                  </a:extLst>
                </a:gridCol>
              </a:tblGrid>
              <a:tr h="370840">
                <a:tc>
                  <a:txBody>
                    <a:bodyPr/>
                    <a:lstStyle/>
                    <a:p>
                      <a:r>
                        <a:rPr lang="es-ES"/>
                        <a:t>Yoguis</a:t>
                      </a:r>
                    </a:p>
                  </a:txBody>
                  <a:tcPr/>
                </a:tc>
                <a:tc>
                  <a:txBody>
                    <a:bodyPr/>
                    <a:lstStyle/>
                    <a:p>
                      <a:pPr lvl="0">
                        <a:buNone/>
                      </a:pPr>
                      <a:r>
                        <a:rPr lang="es-ES"/>
                        <a:t>Tipo</a:t>
                      </a:r>
                    </a:p>
                  </a:txBody>
                  <a:tcPr/>
                </a:tc>
                <a:tc>
                  <a:txBody>
                    <a:bodyPr/>
                    <a:lstStyle/>
                    <a:p>
                      <a:r>
                        <a:rPr lang="es-ES"/>
                        <a:t>Descripcion</a:t>
                      </a:r>
                    </a:p>
                  </a:txBody>
                  <a:tcPr/>
                </a:tc>
                <a:extLst>
                  <a:ext uri="{0D108BD9-81ED-4DB2-BD59-A6C34878D82A}">
                    <a16:rowId xmlns:a16="http://schemas.microsoft.com/office/drawing/2014/main" val="4103303615"/>
                  </a:ext>
                </a:extLst>
              </a:tr>
              <a:tr h="370840">
                <a:tc>
                  <a:txBody>
                    <a:bodyPr/>
                    <a:lstStyle/>
                    <a:p>
                      <a:r>
                        <a:rPr lang="es-ES"/>
                        <a:t>Correo PK</a:t>
                      </a:r>
                    </a:p>
                  </a:txBody>
                  <a:tcPr/>
                </a:tc>
                <a:tc>
                  <a:txBody>
                    <a:bodyPr/>
                    <a:lstStyle/>
                    <a:p>
                      <a:r>
                        <a:rPr lang="es-ES"/>
                        <a:t>V</a:t>
                      </a:r>
                      <a:r>
                        <a:rPr lang="es-ES" sz="1800" b="0" i="0" u="none" strike="noStrike" noProof="0">
                          <a:solidFill>
                            <a:srgbClr val="000000"/>
                          </a:solidFill>
                          <a:latin typeface="Calibri"/>
                          <a:ea typeface="Calibri"/>
                          <a:cs typeface="Calibri"/>
                        </a:rPr>
                        <a:t>archar(50)</a:t>
                      </a:r>
                      <a:endParaRPr lang="es-ES"/>
                    </a:p>
                  </a:txBody>
                  <a:tcPr/>
                </a:tc>
                <a:tc>
                  <a:txBody>
                    <a:bodyPr/>
                    <a:lstStyle/>
                    <a:p>
                      <a:r>
                        <a:rPr lang="es-ES"/>
                        <a:t>Correo del yogui</a:t>
                      </a:r>
                    </a:p>
                  </a:txBody>
                  <a:tcPr/>
                </a:tc>
                <a:extLst>
                  <a:ext uri="{0D108BD9-81ED-4DB2-BD59-A6C34878D82A}">
                    <a16:rowId xmlns:a16="http://schemas.microsoft.com/office/drawing/2014/main" val="4001600542"/>
                  </a:ext>
                </a:extLst>
              </a:tr>
              <a:tr h="370840">
                <a:tc>
                  <a:txBody>
                    <a:bodyPr/>
                    <a:lstStyle/>
                    <a:p>
                      <a:r>
                        <a:rPr lang="es-ES"/>
                        <a:t>Password</a:t>
                      </a:r>
                    </a:p>
                  </a:txBody>
                  <a:tcPr/>
                </a:tc>
                <a:tc>
                  <a:txBody>
                    <a:bodyPr/>
                    <a:lstStyle/>
                    <a:p>
                      <a:pPr lvl="0" algn="l">
                        <a:lnSpc>
                          <a:spcPct val="100000"/>
                        </a:lnSpc>
                        <a:spcBef>
                          <a:spcPts val="0"/>
                        </a:spcBef>
                        <a:spcAft>
                          <a:spcPts val="0"/>
                        </a:spcAft>
                        <a:buNone/>
                      </a:pPr>
                      <a:r>
                        <a:rPr lang="es-ES" sz="1800" b="0" i="0" u="none" strike="noStrike" noProof="0">
                          <a:solidFill>
                            <a:srgbClr val="000000"/>
                          </a:solidFill>
                          <a:latin typeface="Calibri"/>
                          <a:ea typeface="Calibri"/>
                          <a:cs typeface="Calibri"/>
                        </a:rPr>
                        <a:t>Varchar(64)</a:t>
                      </a:r>
                    </a:p>
                  </a:txBody>
                  <a:tcPr/>
                </a:tc>
                <a:tc>
                  <a:txBody>
                    <a:bodyPr/>
                    <a:lstStyle/>
                    <a:p>
                      <a:r>
                        <a:rPr lang="es-ES"/>
                        <a:t>Clave del yogui</a:t>
                      </a:r>
                    </a:p>
                  </a:txBody>
                  <a:tcPr/>
                </a:tc>
                <a:extLst>
                  <a:ext uri="{0D108BD9-81ED-4DB2-BD59-A6C34878D82A}">
                    <a16:rowId xmlns:a16="http://schemas.microsoft.com/office/drawing/2014/main" val="1010083147"/>
                  </a:ext>
                </a:extLst>
              </a:tr>
              <a:tr h="370840">
                <a:tc>
                  <a:txBody>
                    <a:bodyPr/>
                    <a:lstStyle/>
                    <a:p>
                      <a:r>
                        <a:rPr lang="es-ES"/>
                        <a:t>Nombre</a:t>
                      </a:r>
                    </a:p>
                  </a:txBody>
                  <a:tcPr/>
                </a:tc>
                <a:tc>
                  <a:txBody>
                    <a:bodyPr/>
                    <a:lstStyle/>
                    <a:p>
                      <a:pPr lvl="0" algn="l">
                        <a:lnSpc>
                          <a:spcPct val="100000"/>
                        </a:lnSpc>
                        <a:spcBef>
                          <a:spcPts val="0"/>
                        </a:spcBef>
                        <a:spcAft>
                          <a:spcPts val="0"/>
                        </a:spcAft>
                        <a:buNone/>
                      </a:pPr>
                      <a:r>
                        <a:rPr lang="es-ES" sz="1800" b="0" i="0" u="none" strike="noStrike" noProof="0">
                          <a:solidFill>
                            <a:srgbClr val="000000"/>
                          </a:solidFill>
                          <a:latin typeface="Calibri"/>
                          <a:ea typeface="Calibri"/>
                          <a:cs typeface="Calibri"/>
                        </a:rPr>
                        <a:t>Varchar(30)</a:t>
                      </a:r>
                    </a:p>
                  </a:txBody>
                  <a:tcPr/>
                </a:tc>
                <a:tc>
                  <a:txBody>
                    <a:bodyPr/>
                    <a:lstStyle/>
                    <a:p>
                      <a:r>
                        <a:rPr lang="es-ES"/>
                        <a:t>Nombre del yogui</a:t>
                      </a:r>
                    </a:p>
                  </a:txBody>
                  <a:tcPr/>
                </a:tc>
                <a:extLst>
                  <a:ext uri="{0D108BD9-81ED-4DB2-BD59-A6C34878D82A}">
                    <a16:rowId xmlns:a16="http://schemas.microsoft.com/office/drawing/2014/main" val="3643305385"/>
                  </a:ext>
                </a:extLst>
              </a:tr>
              <a:tr h="370840">
                <a:tc>
                  <a:txBody>
                    <a:bodyPr/>
                    <a:lstStyle/>
                    <a:p>
                      <a:r>
                        <a:rPr lang="es-ES"/>
                        <a:t>Apellido</a:t>
                      </a:r>
                    </a:p>
                  </a:txBody>
                  <a:tcPr/>
                </a:tc>
                <a:tc>
                  <a:txBody>
                    <a:bodyPr/>
                    <a:lstStyle/>
                    <a:p>
                      <a:pPr lvl="0" algn="l">
                        <a:lnSpc>
                          <a:spcPct val="100000"/>
                        </a:lnSpc>
                        <a:spcBef>
                          <a:spcPts val="0"/>
                        </a:spcBef>
                        <a:spcAft>
                          <a:spcPts val="0"/>
                        </a:spcAft>
                        <a:buNone/>
                      </a:pPr>
                      <a:r>
                        <a:rPr lang="es-ES" sz="1800" b="0" i="0" u="none" strike="noStrike" noProof="0">
                          <a:solidFill>
                            <a:srgbClr val="000000"/>
                          </a:solidFill>
                          <a:latin typeface="Calibri"/>
                          <a:ea typeface="Calibri"/>
                          <a:cs typeface="Calibri"/>
                        </a:rPr>
                        <a:t>Varchar(30)</a:t>
                      </a:r>
                    </a:p>
                  </a:txBody>
                  <a:tcPr/>
                </a:tc>
                <a:tc>
                  <a:txBody>
                    <a:bodyPr/>
                    <a:lstStyle/>
                    <a:p>
                      <a:r>
                        <a:rPr lang="es-ES"/>
                        <a:t>Apellido del yogui</a:t>
                      </a:r>
                    </a:p>
                  </a:txBody>
                  <a:tcPr/>
                </a:tc>
                <a:extLst>
                  <a:ext uri="{0D108BD9-81ED-4DB2-BD59-A6C34878D82A}">
                    <a16:rowId xmlns:a16="http://schemas.microsoft.com/office/drawing/2014/main" val="3723496894"/>
                  </a:ext>
                </a:extLst>
              </a:tr>
              <a:tr h="370840">
                <a:tc>
                  <a:txBody>
                    <a:bodyPr/>
                    <a:lstStyle/>
                    <a:p>
                      <a:r>
                        <a:rPr lang="es-ES"/>
                        <a:t>Telefono</a:t>
                      </a:r>
                    </a:p>
                  </a:txBody>
                  <a:tcPr/>
                </a:tc>
                <a:tc>
                  <a:txBody>
                    <a:bodyPr/>
                    <a:lstStyle/>
                    <a:p>
                      <a:r>
                        <a:rPr lang="es-ES"/>
                        <a:t>Decimal(10.0)</a:t>
                      </a:r>
                    </a:p>
                  </a:txBody>
                  <a:tcPr/>
                </a:tc>
                <a:tc>
                  <a:txBody>
                    <a:bodyPr/>
                    <a:lstStyle/>
                    <a:p>
                      <a:r>
                        <a:rPr lang="es-ES"/>
                        <a:t>Telefono del yogui</a:t>
                      </a:r>
                    </a:p>
                  </a:txBody>
                  <a:tcPr/>
                </a:tc>
                <a:extLst>
                  <a:ext uri="{0D108BD9-81ED-4DB2-BD59-A6C34878D82A}">
                    <a16:rowId xmlns:a16="http://schemas.microsoft.com/office/drawing/2014/main" val="3936957883"/>
                  </a:ext>
                </a:extLst>
              </a:tr>
              <a:tr h="370840">
                <a:tc>
                  <a:txBody>
                    <a:bodyPr/>
                    <a:lstStyle/>
                    <a:p>
                      <a:r>
                        <a:rPr lang="es-ES"/>
                        <a:t>Paquete_ID</a:t>
                      </a:r>
                    </a:p>
                  </a:txBody>
                  <a:tcPr/>
                </a:tc>
                <a:tc>
                  <a:txBody>
                    <a:bodyPr/>
                    <a:lstStyle/>
                    <a:p>
                      <a:r>
                        <a:rPr lang="es-ES"/>
                        <a:t>int</a:t>
                      </a:r>
                    </a:p>
                  </a:txBody>
                  <a:tcPr/>
                </a:tc>
                <a:tc>
                  <a:txBody>
                    <a:bodyPr/>
                    <a:lstStyle/>
                    <a:p>
                      <a:r>
                        <a:rPr lang="es-ES"/>
                        <a:t>Ultimo paquete adquirido(sin funcion)</a:t>
                      </a:r>
                    </a:p>
                  </a:txBody>
                  <a:tcPr/>
                </a:tc>
                <a:extLst>
                  <a:ext uri="{0D108BD9-81ED-4DB2-BD59-A6C34878D82A}">
                    <a16:rowId xmlns:a16="http://schemas.microsoft.com/office/drawing/2014/main" val="2394556572"/>
                  </a:ext>
                </a:extLst>
              </a:tr>
              <a:tr h="370840">
                <a:tc>
                  <a:txBody>
                    <a:bodyPr/>
                    <a:lstStyle/>
                    <a:p>
                      <a:r>
                        <a:rPr lang="es-ES"/>
                        <a:t>clasesRestantes</a:t>
                      </a:r>
                    </a:p>
                  </a:txBody>
                  <a:tcPr/>
                </a:tc>
                <a:tc>
                  <a:txBody>
                    <a:bodyPr/>
                    <a:lstStyle/>
                    <a:p>
                      <a:r>
                        <a:rPr lang="es-ES"/>
                        <a:t>int</a:t>
                      </a:r>
                    </a:p>
                  </a:txBody>
                  <a:tcPr/>
                </a:tc>
                <a:tc>
                  <a:txBody>
                    <a:bodyPr/>
                    <a:lstStyle/>
                    <a:p>
                      <a:pPr lvl="0">
                        <a:buNone/>
                      </a:pPr>
                      <a:r>
                        <a:rPr lang="es-ES"/>
                        <a:t>Indica cuantas clases puede reservar</a:t>
                      </a:r>
                    </a:p>
                  </a:txBody>
                  <a:tcPr/>
                </a:tc>
                <a:extLst>
                  <a:ext uri="{0D108BD9-81ED-4DB2-BD59-A6C34878D82A}">
                    <a16:rowId xmlns:a16="http://schemas.microsoft.com/office/drawing/2014/main" val="422812920"/>
                  </a:ext>
                </a:extLst>
              </a:tr>
            </a:tbl>
          </a:graphicData>
        </a:graphic>
      </p:graphicFrame>
    </p:spTree>
    <p:extLst>
      <p:ext uri="{BB962C8B-B14F-4D97-AF65-F5344CB8AC3E}">
        <p14:creationId xmlns:p14="http://schemas.microsoft.com/office/powerpoint/2010/main" val="1731062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8C17D-0B0E-F154-EA26-B1F3641C5DC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0BC0386F-817D-2499-E0DE-C84504799590}"/>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0486956B-4810-87CA-ACB6-D0BCBFED2B29}"/>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DICCIONARIO DE DATOS - BD</a:t>
            </a:r>
          </a:p>
        </p:txBody>
      </p:sp>
      <p:graphicFrame>
        <p:nvGraphicFramePr>
          <p:cNvPr id="5" name="Tabla 4">
            <a:extLst>
              <a:ext uri="{FF2B5EF4-FFF2-40B4-BE49-F238E27FC236}">
                <a16:creationId xmlns:a16="http://schemas.microsoft.com/office/drawing/2014/main" id="{D5E4BBC5-3B25-864C-430F-9168B163ABAB}"/>
              </a:ext>
            </a:extLst>
          </p:cNvPr>
          <p:cNvGraphicFramePr>
            <a:graphicFrameLocks noGrp="1"/>
          </p:cNvGraphicFramePr>
          <p:nvPr>
            <p:extLst>
              <p:ext uri="{D42A27DB-BD31-4B8C-83A1-F6EECF244321}">
                <p14:modId xmlns:p14="http://schemas.microsoft.com/office/powerpoint/2010/main" val="2709866417"/>
              </p:ext>
            </p:extLst>
          </p:nvPr>
        </p:nvGraphicFramePr>
        <p:xfrm>
          <a:off x="1836322" y="1104568"/>
          <a:ext cx="8143875" cy="5760720"/>
        </p:xfrm>
        <a:graphic>
          <a:graphicData uri="http://schemas.openxmlformats.org/drawingml/2006/table">
            <a:tbl>
              <a:tblPr firstRow="1" bandRow="1">
                <a:tableStyleId>{5C22544A-7EE6-4342-B048-85BDC9FD1C3A}</a:tableStyleId>
              </a:tblPr>
              <a:tblGrid>
                <a:gridCol w="2714625">
                  <a:extLst>
                    <a:ext uri="{9D8B030D-6E8A-4147-A177-3AD203B41FA5}">
                      <a16:colId xmlns:a16="http://schemas.microsoft.com/office/drawing/2014/main" val="3548235792"/>
                    </a:ext>
                  </a:extLst>
                </a:gridCol>
                <a:gridCol w="2714625">
                  <a:extLst>
                    <a:ext uri="{9D8B030D-6E8A-4147-A177-3AD203B41FA5}">
                      <a16:colId xmlns:a16="http://schemas.microsoft.com/office/drawing/2014/main" val="412082388"/>
                    </a:ext>
                  </a:extLst>
                </a:gridCol>
                <a:gridCol w="2714625">
                  <a:extLst>
                    <a:ext uri="{9D8B030D-6E8A-4147-A177-3AD203B41FA5}">
                      <a16:colId xmlns:a16="http://schemas.microsoft.com/office/drawing/2014/main" val="2986587228"/>
                    </a:ext>
                  </a:extLst>
                </a:gridCol>
              </a:tblGrid>
              <a:tr h="330420">
                <a:tc>
                  <a:txBody>
                    <a:bodyPr/>
                    <a:lstStyle/>
                    <a:p>
                      <a:pPr fontAlgn="t">
                        <a:buNone/>
                      </a:pPr>
                      <a:r>
                        <a:rPr lang="es-ES">
                          <a:effectLst/>
                        </a:rPr>
                        <a:t>Instructores</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765" cap="flat" cmpd="sng" algn="ctr">
                      <a:solidFill>
                        <a:srgbClr val="FFFFFF"/>
                      </a:solidFill>
                      <a:prstDash val="solid"/>
                      <a:round/>
                      <a:headEnd type="none" w="med" len="med"/>
                      <a:tailEnd type="none" w="med" len="med"/>
                    </a:lnB>
                  </a:tcPr>
                </a:tc>
                <a:tc>
                  <a:txBody>
                    <a:bodyPr/>
                    <a:lstStyle/>
                    <a:p>
                      <a:pPr lvl="0">
                        <a:buNone/>
                      </a:pPr>
                      <a:r>
                        <a:rPr lang="es-ES">
                          <a:effectLst/>
                        </a:rPr>
                        <a:t>Tipo</a:t>
                      </a:r>
                      <a:endParaRPr lang="es-ES"/>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765" cap="flat" cmpd="sng" algn="ctr">
                      <a:solidFill>
                        <a:srgbClr val="FFFFFF"/>
                      </a:solidFill>
                      <a:prstDash val="solid"/>
                      <a:round/>
                      <a:headEnd type="none" w="med" len="med"/>
                      <a:tailEnd type="none" w="med" len="med"/>
                    </a:lnB>
                  </a:tcPr>
                </a:tc>
                <a:tc>
                  <a:txBody>
                    <a:bodyPr/>
                    <a:lstStyle/>
                    <a:p>
                      <a:pPr fontAlgn="t">
                        <a:buNone/>
                      </a:pPr>
                      <a:r>
                        <a:rPr lang="es-ES">
                          <a:effectLst/>
                        </a:rPr>
                        <a:t>Descripcion</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76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05760816"/>
                  </a:ext>
                </a:extLst>
              </a:tr>
              <a:tr h="832660">
                <a:tc>
                  <a:txBody>
                    <a:bodyPr/>
                    <a:lstStyle/>
                    <a:p>
                      <a:pPr fontAlgn="t">
                        <a:buNone/>
                      </a:pPr>
                      <a:r>
                        <a:rPr lang="es-ES">
                          <a:effectLst/>
                        </a:rPr>
                        <a:t>Id_instrcutor PK</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7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int</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7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Sirve para identificar el instructor en las distintas operaciones</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76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864608028"/>
                  </a:ext>
                </a:extLst>
              </a:tr>
              <a:tr h="330420">
                <a:tc>
                  <a:txBody>
                    <a:bodyPr/>
                    <a:lstStyle/>
                    <a:p>
                      <a:pPr fontAlgn="t">
                        <a:buNone/>
                      </a:pPr>
                      <a:r>
                        <a:rPr lang="es-ES">
                          <a:effectLst/>
                        </a:rPr>
                        <a:t>Correo</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Varchar(50)</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Correo del instructor</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24762634"/>
                  </a:ext>
                </a:extLst>
              </a:tr>
              <a:tr h="330420">
                <a:tc>
                  <a:txBody>
                    <a:bodyPr/>
                    <a:lstStyle/>
                    <a:p>
                      <a:pPr fontAlgn="t">
                        <a:buNone/>
                      </a:pPr>
                      <a:r>
                        <a:rPr lang="es-ES">
                          <a:effectLst/>
                        </a:rPr>
                        <a:t>Password</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800" b="0" i="0" u="none" strike="noStrike" noProof="0">
                          <a:solidFill>
                            <a:srgbClr val="000000"/>
                          </a:solidFill>
                          <a:effectLst/>
                          <a:latin typeface="Calibri"/>
                          <a:ea typeface="Calibri"/>
                          <a:cs typeface="Calibri"/>
                        </a:rPr>
                        <a:t>Varchar(64)</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Clave del instructor</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382211984"/>
                  </a:ext>
                </a:extLst>
              </a:tr>
              <a:tr h="330420">
                <a:tc>
                  <a:txBody>
                    <a:bodyPr/>
                    <a:lstStyle/>
                    <a:p>
                      <a:pPr fontAlgn="t">
                        <a:buNone/>
                      </a:pPr>
                      <a:r>
                        <a:rPr lang="es-ES">
                          <a:effectLst/>
                        </a:rPr>
                        <a:t>Nombre</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800" b="0" i="0" u="none" strike="noStrike" noProof="0">
                          <a:solidFill>
                            <a:srgbClr val="000000"/>
                          </a:solidFill>
                          <a:effectLst/>
                          <a:latin typeface="Calibri"/>
                          <a:ea typeface="Calibri"/>
                          <a:cs typeface="Calibri"/>
                        </a:rPr>
                        <a:t>Varchar(30)</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Nombre del instructor</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435386164"/>
                  </a:ext>
                </a:extLst>
              </a:tr>
              <a:tr h="581540">
                <a:tc>
                  <a:txBody>
                    <a:bodyPr/>
                    <a:lstStyle/>
                    <a:p>
                      <a:pPr fontAlgn="t">
                        <a:buNone/>
                      </a:pPr>
                      <a:r>
                        <a:rPr lang="es-ES">
                          <a:effectLst/>
                        </a:rPr>
                        <a:t>Espacialidad</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800" b="0" i="0" u="none" strike="noStrike" noProof="0">
                          <a:solidFill>
                            <a:srgbClr val="000000"/>
                          </a:solidFill>
                          <a:effectLst/>
                          <a:latin typeface="Calibri"/>
                          <a:ea typeface="Calibri"/>
                          <a:cs typeface="Calibri"/>
                        </a:rPr>
                        <a:t>Varchar(50)</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Tipo de yoga en el que se especializa</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282485162"/>
                  </a:ext>
                </a:extLst>
              </a:tr>
              <a:tr h="330420">
                <a:tc>
                  <a:txBody>
                    <a:bodyPr/>
                    <a:lstStyle/>
                    <a:p>
                      <a:pPr lvl="0">
                        <a:buNone/>
                      </a:pPr>
                      <a:r>
                        <a:rPr lang="es-ES">
                          <a:effectLst/>
                        </a:rPr>
                        <a:t>Telefono</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tcPr>
                </a:tc>
                <a:tc>
                  <a:txBody>
                    <a:bodyPr/>
                    <a:lstStyle/>
                    <a:p>
                      <a:pPr lvl="0" algn="l">
                        <a:lnSpc>
                          <a:spcPct val="100000"/>
                        </a:lnSpc>
                        <a:spcBef>
                          <a:spcPts val="0"/>
                        </a:spcBef>
                        <a:spcAft>
                          <a:spcPts val="0"/>
                        </a:spcAft>
                        <a:buNone/>
                      </a:pPr>
                      <a:r>
                        <a:rPr lang="es-ES" sz="1800" b="0" i="0" u="none" strike="noStrike" noProof="0">
                          <a:solidFill>
                            <a:srgbClr val="000000"/>
                          </a:solidFill>
                          <a:effectLst/>
                          <a:latin typeface="Calibri"/>
                          <a:ea typeface="Calibri"/>
                          <a:cs typeface="Calibri"/>
                        </a:rPr>
                        <a:t>Varchar(20)</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tcPr>
                </a:tc>
                <a:tc>
                  <a:txBody>
                    <a:bodyPr/>
                    <a:lstStyle/>
                    <a:p>
                      <a:pPr lvl="0">
                        <a:buNone/>
                      </a:pPr>
                      <a:r>
                        <a:rPr lang="es-ES">
                          <a:effectLst/>
                        </a:rPr>
                        <a:t>Telefono del instructor</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tcPr>
                </a:tc>
                <a:extLst>
                  <a:ext uri="{0D108BD9-81ED-4DB2-BD59-A6C34878D82A}">
                    <a16:rowId xmlns:a16="http://schemas.microsoft.com/office/drawing/2014/main" val="3248412955"/>
                  </a:ext>
                </a:extLst>
              </a:tr>
              <a:tr h="330420">
                <a:tc>
                  <a:txBody>
                    <a:bodyPr/>
                    <a:lstStyle/>
                    <a:p>
                      <a:pPr lvl="0">
                        <a:buNone/>
                      </a:pPr>
                      <a:r>
                        <a:rPr lang="es-ES">
                          <a:effectLst/>
                        </a:rPr>
                        <a:t>Experiencia</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int</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Años de experiencia</a:t>
                      </a:r>
                    </a:p>
                  </a:txBody>
                  <a:tcPr>
                    <a:lnL w="9524">
                      <a:solidFill>
                        <a:srgbClr val="FFFFFF"/>
                      </a:solidFill>
                    </a:lnL>
                    <a:lnR w="9524">
                      <a:solidFill>
                        <a:srgbClr val="FFFFFF"/>
                      </a:solidFill>
                    </a:lnR>
                    <a:lnT w="9524">
                      <a:solidFill>
                        <a:srgbClr val="FFFFFF"/>
                      </a:solidFill>
                    </a:lnT>
                    <a:lnB w="9524">
                      <a:solidFill>
                        <a:srgbClr val="FFFFFF"/>
                      </a:solidFill>
                    </a:lnB>
                  </a:tcPr>
                </a:tc>
                <a:extLst>
                  <a:ext uri="{0D108BD9-81ED-4DB2-BD59-A6C34878D82A}">
                    <a16:rowId xmlns:a16="http://schemas.microsoft.com/office/drawing/2014/main" val="2428897411"/>
                  </a:ext>
                </a:extLst>
              </a:tr>
              <a:tr h="581540">
                <a:tc>
                  <a:txBody>
                    <a:bodyPr/>
                    <a:lstStyle/>
                    <a:p>
                      <a:pPr lvl="0">
                        <a:buNone/>
                      </a:pPr>
                      <a:r>
                        <a:rPr lang="es-ES">
                          <a:effectLst/>
                        </a:rPr>
                        <a:t>Estado</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Enum('activo', 'inactivo')</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Determina si tiene clases activas en la clase</a:t>
                      </a:r>
                    </a:p>
                  </a:txBody>
                  <a:tcPr>
                    <a:lnL w="9524">
                      <a:solidFill>
                        <a:srgbClr val="FFFFFF"/>
                      </a:solidFill>
                    </a:lnL>
                    <a:lnR w="9524">
                      <a:solidFill>
                        <a:srgbClr val="FFFFFF"/>
                      </a:solidFill>
                    </a:lnR>
                    <a:lnT w="9524">
                      <a:solidFill>
                        <a:srgbClr val="FFFFFF"/>
                      </a:solidFill>
                    </a:lnT>
                    <a:lnB w="9524">
                      <a:solidFill>
                        <a:srgbClr val="FFFFFF"/>
                      </a:solidFill>
                    </a:lnB>
                  </a:tcPr>
                </a:tc>
                <a:extLst>
                  <a:ext uri="{0D108BD9-81ED-4DB2-BD59-A6C34878D82A}">
                    <a16:rowId xmlns:a16="http://schemas.microsoft.com/office/drawing/2014/main" val="3818193760"/>
                  </a:ext>
                </a:extLst>
              </a:tr>
              <a:tr h="581540">
                <a:tc>
                  <a:txBody>
                    <a:bodyPr/>
                    <a:lstStyle/>
                    <a:p>
                      <a:pPr lvl="0">
                        <a:buNone/>
                      </a:pPr>
                      <a:r>
                        <a:rPr lang="es-ES">
                          <a:effectLst/>
                        </a:rPr>
                        <a:t>Fecha_registro</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Timestamp</a:t>
                      </a:r>
                    </a:p>
                  </a:txBody>
                  <a:tcPr>
                    <a:lnL w="9524">
                      <a:solidFill>
                        <a:srgbClr val="FFFFFF"/>
                      </a:solidFill>
                    </a:lnL>
                    <a:lnR w="9524">
                      <a:solidFill>
                        <a:srgbClr val="FFFFFF"/>
                      </a:solidFill>
                    </a:lnR>
                    <a:lnT w="9524">
                      <a:solidFill>
                        <a:srgbClr val="FFFFFF"/>
                      </a:solidFill>
                    </a:lnT>
                    <a:lnB w="9524">
                      <a:solidFill>
                        <a:srgbClr val="FFFFFF"/>
                      </a:solidFill>
                    </a:lnB>
                  </a:tcPr>
                </a:tc>
                <a:tc>
                  <a:txBody>
                    <a:bodyPr/>
                    <a:lstStyle/>
                    <a:p>
                      <a:pPr lvl="0">
                        <a:buNone/>
                      </a:pPr>
                      <a:r>
                        <a:rPr lang="es-ES">
                          <a:effectLst/>
                        </a:rPr>
                        <a:t>Fecha en que se unio al proyecto</a:t>
                      </a:r>
                    </a:p>
                  </a:txBody>
                  <a:tcPr>
                    <a:lnL w="9524">
                      <a:solidFill>
                        <a:srgbClr val="FFFFFF"/>
                      </a:solidFill>
                    </a:lnL>
                    <a:lnR w="9524">
                      <a:solidFill>
                        <a:srgbClr val="FFFFFF"/>
                      </a:solidFill>
                    </a:lnR>
                    <a:lnT w="9524">
                      <a:solidFill>
                        <a:srgbClr val="FFFFFF"/>
                      </a:solidFill>
                    </a:lnT>
                    <a:lnB w="9524">
                      <a:solidFill>
                        <a:srgbClr val="FFFFFF"/>
                      </a:solidFill>
                    </a:lnB>
                  </a:tcPr>
                </a:tc>
                <a:extLst>
                  <a:ext uri="{0D108BD9-81ED-4DB2-BD59-A6C34878D82A}">
                    <a16:rowId xmlns:a16="http://schemas.microsoft.com/office/drawing/2014/main" val="2323048810"/>
                  </a:ext>
                </a:extLst>
              </a:tr>
              <a:tr h="330420">
                <a:tc>
                  <a:txBody>
                    <a:bodyPr/>
                    <a:lstStyle/>
                    <a:p>
                      <a:pPr fontAlgn="t">
                        <a:buNone/>
                      </a:pPr>
                      <a:r>
                        <a:rPr lang="es-ES">
                          <a:effectLst/>
                        </a:rPr>
                        <a:t>bio</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text</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Descripcion breve</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53061538"/>
                  </a:ext>
                </a:extLst>
              </a:tr>
              <a:tr h="330420">
                <a:tc>
                  <a:txBody>
                    <a:bodyPr/>
                    <a:lstStyle/>
                    <a:p>
                      <a:pPr fontAlgn="t">
                        <a:buNone/>
                      </a:pPr>
                      <a:r>
                        <a:rPr lang="es-ES">
                          <a:effectLst/>
                        </a:rPr>
                        <a:t>foto</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800" b="0" i="0" u="none" strike="noStrike" noProof="0">
                          <a:solidFill>
                            <a:srgbClr val="000000"/>
                          </a:solidFill>
                          <a:effectLst/>
                          <a:latin typeface="Calibri"/>
                          <a:ea typeface="Calibri"/>
                          <a:cs typeface="Calibri"/>
                        </a:rPr>
                        <a:t>Varchar(255)</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t">
                        <a:buNone/>
                      </a:pPr>
                      <a:r>
                        <a:rPr lang="es-ES">
                          <a:effectLst/>
                        </a:rPr>
                        <a:t>Foto de perfil (sin funcion)</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295428041"/>
                  </a:ext>
                </a:extLst>
              </a:tr>
            </a:tbl>
          </a:graphicData>
        </a:graphic>
      </p:graphicFrame>
    </p:spTree>
    <p:extLst>
      <p:ext uri="{BB962C8B-B14F-4D97-AF65-F5344CB8AC3E}">
        <p14:creationId xmlns:p14="http://schemas.microsoft.com/office/powerpoint/2010/main" val="232835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19BD8-4D23-10A9-B0A1-CB9C3E2A969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88D642B-7E1C-05BB-8D6B-189FF5207301}"/>
              </a:ext>
            </a:extLst>
          </p:cNvPr>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a:extLst>
              <a:ext uri="{FF2B5EF4-FFF2-40B4-BE49-F238E27FC236}">
                <a16:creationId xmlns:a16="http://schemas.microsoft.com/office/drawing/2014/main" id="{35FA6BD5-CE39-8E7A-A302-E4D0A842D5C3}"/>
              </a:ext>
            </a:extLst>
          </p:cNvPr>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VE" sz="2400"/>
              <a:t>DICCIONARIO DE DATOS - BD</a:t>
            </a:r>
          </a:p>
        </p:txBody>
      </p:sp>
      <p:graphicFrame>
        <p:nvGraphicFramePr>
          <p:cNvPr id="4" name="Tabla 3">
            <a:extLst>
              <a:ext uri="{FF2B5EF4-FFF2-40B4-BE49-F238E27FC236}">
                <a16:creationId xmlns:a16="http://schemas.microsoft.com/office/drawing/2014/main" id="{BB97EC53-774E-D0B6-9E15-869B427D48D0}"/>
              </a:ext>
            </a:extLst>
          </p:cNvPr>
          <p:cNvGraphicFramePr>
            <a:graphicFrameLocks noGrp="1"/>
          </p:cNvGraphicFramePr>
          <p:nvPr>
            <p:extLst>
              <p:ext uri="{D42A27DB-BD31-4B8C-83A1-F6EECF244321}">
                <p14:modId xmlns:p14="http://schemas.microsoft.com/office/powerpoint/2010/main" val="2531410441"/>
              </p:ext>
            </p:extLst>
          </p:nvPr>
        </p:nvGraphicFramePr>
        <p:xfrm>
          <a:off x="1470550" y="1164115"/>
          <a:ext cx="9255757" cy="3606800"/>
        </p:xfrm>
        <a:graphic>
          <a:graphicData uri="http://schemas.openxmlformats.org/drawingml/2006/table">
            <a:tbl>
              <a:tblPr firstRow="1" bandRow="1">
                <a:tableStyleId>{5C22544A-7EE6-4342-B048-85BDC9FD1C3A}</a:tableStyleId>
              </a:tblPr>
              <a:tblGrid>
                <a:gridCol w="2722879">
                  <a:extLst>
                    <a:ext uri="{9D8B030D-6E8A-4147-A177-3AD203B41FA5}">
                      <a16:colId xmlns:a16="http://schemas.microsoft.com/office/drawing/2014/main" val="3270104727"/>
                    </a:ext>
                  </a:extLst>
                </a:gridCol>
                <a:gridCol w="2722879">
                  <a:extLst>
                    <a:ext uri="{9D8B030D-6E8A-4147-A177-3AD203B41FA5}">
                      <a16:colId xmlns:a16="http://schemas.microsoft.com/office/drawing/2014/main" val="3439280160"/>
                    </a:ext>
                  </a:extLst>
                </a:gridCol>
                <a:gridCol w="3809999">
                  <a:extLst>
                    <a:ext uri="{9D8B030D-6E8A-4147-A177-3AD203B41FA5}">
                      <a16:colId xmlns:a16="http://schemas.microsoft.com/office/drawing/2014/main" val="116250016"/>
                    </a:ext>
                  </a:extLst>
                </a:gridCol>
              </a:tblGrid>
              <a:tr h="370840">
                <a:tc>
                  <a:txBody>
                    <a:bodyPr/>
                    <a:lstStyle/>
                    <a:p>
                      <a:r>
                        <a:rPr lang="es-ES"/>
                        <a:t>Pagos</a:t>
                      </a:r>
                    </a:p>
                  </a:txBody>
                  <a:tcPr/>
                </a:tc>
                <a:tc>
                  <a:txBody>
                    <a:bodyPr/>
                    <a:lstStyle/>
                    <a:p>
                      <a:pPr lvl="0">
                        <a:buNone/>
                      </a:pPr>
                      <a:r>
                        <a:rPr lang="es-ES"/>
                        <a:t>Tipo</a:t>
                      </a:r>
                    </a:p>
                  </a:txBody>
                  <a:tcPr/>
                </a:tc>
                <a:tc>
                  <a:txBody>
                    <a:bodyPr/>
                    <a:lstStyle/>
                    <a:p>
                      <a:r>
                        <a:rPr lang="es-ES" err="1"/>
                        <a:t>Descripcion</a:t>
                      </a:r>
                    </a:p>
                  </a:txBody>
                  <a:tcPr/>
                </a:tc>
                <a:extLst>
                  <a:ext uri="{0D108BD9-81ED-4DB2-BD59-A6C34878D82A}">
                    <a16:rowId xmlns:a16="http://schemas.microsoft.com/office/drawing/2014/main" val="1903950217"/>
                  </a:ext>
                </a:extLst>
              </a:tr>
              <a:tr h="370840">
                <a:tc>
                  <a:txBody>
                    <a:bodyPr/>
                    <a:lstStyle/>
                    <a:p>
                      <a:r>
                        <a:rPr lang="es-ES" err="1"/>
                        <a:t>Id_pago</a:t>
                      </a:r>
                    </a:p>
                  </a:txBody>
                  <a:tcPr/>
                </a:tc>
                <a:tc>
                  <a:txBody>
                    <a:bodyPr/>
                    <a:lstStyle/>
                    <a:p>
                      <a:pPr lvl="0">
                        <a:buNone/>
                      </a:pPr>
                      <a:r>
                        <a:rPr lang="es-ES" err="1"/>
                        <a:t>int</a:t>
                      </a:r>
                    </a:p>
                  </a:txBody>
                  <a:tcPr/>
                </a:tc>
                <a:tc>
                  <a:txBody>
                    <a:bodyPr/>
                    <a:lstStyle/>
                    <a:p>
                      <a:pPr lvl="0">
                        <a:buNone/>
                      </a:pPr>
                      <a:r>
                        <a:rPr lang="es-ES"/>
                        <a:t>Identificador del pago</a:t>
                      </a:r>
                    </a:p>
                  </a:txBody>
                  <a:tcPr/>
                </a:tc>
                <a:extLst>
                  <a:ext uri="{0D108BD9-81ED-4DB2-BD59-A6C34878D82A}">
                    <a16:rowId xmlns:a16="http://schemas.microsoft.com/office/drawing/2014/main" val="2508719633"/>
                  </a:ext>
                </a:extLst>
              </a:tr>
              <a:tr h="370840">
                <a:tc>
                  <a:txBody>
                    <a:bodyPr/>
                    <a:lstStyle/>
                    <a:p>
                      <a:r>
                        <a:rPr lang="es-ES"/>
                        <a:t>correo</a:t>
                      </a:r>
                    </a:p>
                  </a:txBody>
                  <a:tcPr/>
                </a:tc>
                <a:tc>
                  <a:txBody>
                    <a:bodyPr/>
                    <a:lstStyle/>
                    <a:p>
                      <a:r>
                        <a:rPr lang="es-ES" err="1"/>
                        <a:t>Varchar</a:t>
                      </a:r>
                      <a:r>
                        <a:rPr lang="es-ES"/>
                        <a:t>(50)</a:t>
                      </a:r>
                    </a:p>
                  </a:txBody>
                  <a:tcPr/>
                </a:tc>
                <a:tc>
                  <a:txBody>
                    <a:bodyPr/>
                    <a:lstStyle/>
                    <a:p>
                      <a:r>
                        <a:rPr lang="es-ES"/>
                        <a:t>Correo del yogui que realizo el pago</a:t>
                      </a:r>
                    </a:p>
                  </a:txBody>
                  <a:tcPr/>
                </a:tc>
                <a:extLst>
                  <a:ext uri="{0D108BD9-81ED-4DB2-BD59-A6C34878D82A}">
                    <a16:rowId xmlns:a16="http://schemas.microsoft.com/office/drawing/2014/main" val="3605455563"/>
                  </a:ext>
                </a:extLst>
              </a:tr>
              <a:tr h="370840">
                <a:tc>
                  <a:txBody>
                    <a:bodyPr/>
                    <a:lstStyle/>
                    <a:p>
                      <a:r>
                        <a:rPr lang="es-ES"/>
                        <a:t>Referencia</a:t>
                      </a:r>
                    </a:p>
                  </a:txBody>
                  <a:tcPr/>
                </a:tc>
                <a:tc>
                  <a:txBody>
                    <a:bodyPr/>
                    <a:lstStyle/>
                    <a:p>
                      <a:pPr lvl="0">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(30)</a:t>
                      </a:r>
                      <a:endParaRPr lang="es-ES"/>
                    </a:p>
                  </a:txBody>
                  <a:tcPr/>
                </a:tc>
                <a:tc>
                  <a:txBody>
                    <a:bodyPr/>
                    <a:lstStyle/>
                    <a:p>
                      <a:r>
                        <a:rPr lang="es-ES"/>
                        <a:t>Referencia bancaria del pago</a:t>
                      </a:r>
                    </a:p>
                  </a:txBody>
                  <a:tcPr/>
                </a:tc>
                <a:extLst>
                  <a:ext uri="{0D108BD9-81ED-4DB2-BD59-A6C34878D82A}">
                    <a16:rowId xmlns:a16="http://schemas.microsoft.com/office/drawing/2014/main" val="807978799"/>
                  </a:ext>
                </a:extLst>
              </a:tr>
              <a:tr h="370839">
                <a:tc>
                  <a:txBody>
                    <a:bodyPr/>
                    <a:lstStyle/>
                    <a:p>
                      <a:pPr lvl="0">
                        <a:buNone/>
                      </a:pPr>
                      <a:r>
                        <a:rPr lang="es-ES" err="1"/>
                        <a:t>EstadoDePago</a:t>
                      </a:r>
                    </a:p>
                  </a:txBody>
                  <a:tcPr/>
                </a:tc>
                <a:tc>
                  <a:txBody>
                    <a:bodyPr/>
                    <a:lstStyle/>
                    <a:p>
                      <a:pPr lvl="0">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(20)</a:t>
                      </a:r>
                      <a:endParaRPr lang="es-ES"/>
                    </a:p>
                  </a:txBody>
                  <a:tcPr/>
                </a:tc>
                <a:tc>
                  <a:txBody>
                    <a:bodyPr/>
                    <a:lstStyle/>
                    <a:p>
                      <a:pPr lvl="0">
                        <a:buNone/>
                      </a:pPr>
                      <a:r>
                        <a:rPr lang="es-ES"/>
                        <a:t>Si fue Confirmado, rechazado o </a:t>
                      </a:r>
                      <a:r>
                        <a:rPr lang="es-ES" err="1"/>
                        <a:t>esta</a:t>
                      </a:r>
                      <a:r>
                        <a:rPr lang="es-ES"/>
                        <a:t> pendiente</a:t>
                      </a:r>
                    </a:p>
                  </a:txBody>
                  <a:tcPr/>
                </a:tc>
                <a:extLst>
                  <a:ext uri="{0D108BD9-81ED-4DB2-BD59-A6C34878D82A}">
                    <a16:rowId xmlns:a16="http://schemas.microsoft.com/office/drawing/2014/main" val="219463313"/>
                  </a:ext>
                </a:extLst>
              </a:tr>
              <a:tr h="370840">
                <a:tc>
                  <a:txBody>
                    <a:bodyPr/>
                    <a:lstStyle/>
                    <a:p>
                      <a:r>
                        <a:rPr lang="es-ES" err="1"/>
                        <a:t>paqueteID</a:t>
                      </a:r>
                    </a:p>
                  </a:txBody>
                  <a:tcPr/>
                </a:tc>
                <a:tc>
                  <a:txBody>
                    <a:bodyPr/>
                    <a:lstStyle/>
                    <a:p>
                      <a:r>
                        <a:rPr lang="es-ES" err="1"/>
                        <a:t>int</a:t>
                      </a:r>
                    </a:p>
                  </a:txBody>
                  <a:tcPr/>
                </a:tc>
                <a:tc>
                  <a:txBody>
                    <a:bodyPr/>
                    <a:lstStyle/>
                    <a:p>
                      <a:r>
                        <a:rPr lang="es-ES"/>
                        <a:t>Paquete que se compro</a:t>
                      </a:r>
                    </a:p>
                  </a:txBody>
                  <a:tcPr/>
                </a:tc>
                <a:extLst>
                  <a:ext uri="{0D108BD9-81ED-4DB2-BD59-A6C34878D82A}">
                    <a16:rowId xmlns:a16="http://schemas.microsoft.com/office/drawing/2014/main" val="2577703041"/>
                  </a:ext>
                </a:extLst>
              </a:tr>
              <a:tr h="370840">
                <a:tc>
                  <a:txBody>
                    <a:bodyPr/>
                    <a:lstStyle/>
                    <a:p>
                      <a:r>
                        <a:rPr lang="es-ES"/>
                        <a:t>monto</a:t>
                      </a:r>
                    </a:p>
                  </a:txBody>
                  <a:tcPr/>
                </a:tc>
                <a:tc>
                  <a:txBody>
                    <a:bodyPr/>
                    <a:lstStyle/>
                    <a:p>
                      <a:r>
                        <a:rPr lang="es-ES"/>
                        <a:t>Decimal(10,2)</a:t>
                      </a:r>
                    </a:p>
                  </a:txBody>
                  <a:tcPr/>
                </a:tc>
                <a:tc>
                  <a:txBody>
                    <a:bodyPr/>
                    <a:lstStyle/>
                    <a:p>
                      <a:r>
                        <a:rPr lang="es-ES"/>
                        <a:t>Monto del pago</a:t>
                      </a:r>
                    </a:p>
                  </a:txBody>
                  <a:tcPr/>
                </a:tc>
                <a:extLst>
                  <a:ext uri="{0D108BD9-81ED-4DB2-BD59-A6C34878D82A}">
                    <a16:rowId xmlns:a16="http://schemas.microsoft.com/office/drawing/2014/main" val="1688395859"/>
                  </a:ext>
                </a:extLst>
              </a:tr>
              <a:tr h="370840">
                <a:tc>
                  <a:txBody>
                    <a:bodyPr/>
                    <a:lstStyle/>
                    <a:p>
                      <a:r>
                        <a:rPr lang="es-ES" err="1"/>
                        <a:t>Fecha_pago</a:t>
                      </a:r>
                    </a:p>
                  </a:txBody>
                  <a:tcPr/>
                </a:tc>
                <a:tc>
                  <a:txBody>
                    <a:bodyPr/>
                    <a:lstStyle/>
                    <a:p>
                      <a:pPr lvl="0">
                        <a:buNone/>
                      </a:pPr>
                      <a:r>
                        <a:rPr lang="es-ES" err="1"/>
                        <a:t>timestamp</a:t>
                      </a:r>
                    </a:p>
                  </a:txBody>
                  <a:tcPr/>
                </a:tc>
                <a:tc>
                  <a:txBody>
                    <a:bodyPr/>
                    <a:lstStyle/>
                    <a:p>
                      <a:r>
                        <a:rPr lang="es-ES"/>
                        <a:t>Fecha y hora en la que se realizo</a:t>
                      </a:r>
                    </a:p>
                  </a:txBody>
                  <a:tcPr/>
                </a:tc>
                <a:extLst>
                  <a:ext uri="{0D108BD9-81ED-4DB2-BD59-A6C34878D82A}">
                    <a16:rowId xmlns:a16="http://schemas.microsoft.com/office/drawing/2014/main" val="1596872520"/>
                  </a:ext>
                </a:extLst>
              </a:tr>
              <a:tr h="370840">
                <a:tc>
                  <a:txBody>
                    <a:bodyPr/>
                    <a:lstStyle/>
                    <a:p>
                      <a:r>
                        <a:rPr lang="es-ES" err="1"/>
                        <a:t>Metodo_pago</a:t>
                      </a:r>
                    </a:p>
                  </a:txBody>
                  <a:tcPr/>
                </a:tc>
                <a:tc>
                  <a:txBody>
                    <a:bodyPr/>
                    <a:lstStyle/>
                    <a:p>
                      <a:pPr lvl="0">
                        <a:buNone/>
                      </a:pPr>
                      <a:r>
                        <a:rPr lang="es-ES" sz="1800" b="0" i="0" u="none" strike="noStrike" noProof="0" err="1">
                          <a:solidFill>
                            <a:srgbClr val="000000"/>
                          </a:solidFill>
                          <a:latin typeface="Calibri"/>
                          <a:ea typeface="Calibri"/>
                          <a:cs typeface="Calibri"/>
                        </a:rPr>
                        <a:t>Varchar</a:t>
                      </a:r>
                      <a:r>
                        <a:rPr lang="es-ES" sz="1800" b="0" i="0" u="none" strike="noStrike" noProof="0">
                          <a:solidFill>
                            <a:srgbClr val="000000"/>
                          </a:solidFill>
                          <a:latin typeface="Calibri"/>
                          <a:ea typeface="Calibri"/>
                          <a:cs typeface="Calibri"/>
                        </a:rPr>
                        <a:t>(25)</a:t>
                      </a:r>
                      <a:endParaRPr lang="es-ES"/>
                    </a:p>
                  </a:txBody>
                  <a:tcPr/>
                </a:tc>
                <a:tc>
                  <a:txBody>
                    <a:bodyPr/>
                    <a:lstStyle/>
                    <a:p>
                      <a:r>
                        <a:rPr lang="es-ES" err="1"/>
                        <a:t>Metodo</a:t>
                      </a:r>
                      <a:r>
                        <a:rPr lang="es-ES"/>
                        <a:t> por el cual se </a:t>
                      </a:r>
                      <a:r>
                        <a:rPr lang="es-ES" err="1"/>
                        <a:t>realizo</a:t>
                      </a:r>
                      <a:r>
                        <a:rPr lang="es-ES"/>
                        <a:t> el pago</a:t>
                      </a:r>
                    </a:p>
                  </a:txBody>
                  <a:tcPr/>
                </a:tc>
                <a:extLst>
                  <a:ext uri="{0D108BD9-81ED-4DB2-BD59-A6C34878D82A}">
                    <a16:rowId xmlns:a16="http://schemas.microsoft.com/office/drawing/2014/main" val="1838212330"/>
                  </a:ext>
                </a:extLst>
              </a:tr>
            </a:tbl>
          </a:graphicData>
        </a:graphic>
      </p:graphicFrame>
      <p:graphicFrame>
        <p:nvGraphicFramePr>
          <p:cNvPr id="5" name="Tabla 4">
            <a:extLst>
              <a:ext uri="{FF2B5EF4-FFF2-40B4-BE49-F238E27FC236}">
                <a16:creationId xmlns:a16="http://schemas.microsoft.com/office/drawing/2014/main" id="{60CC2D8E-3D8B-5C8A-CCFB-20A57629B60F}"/>
              </a:ext>
            </a:extLst>
          </p:cNvPr>
          <p:cNvGraphicFramePr>
            <a:graphicFrameLocks noGrp="1"/>
          </p:cNvGraphicFramePr>
          <p:nvPr>
            <p:extLst>
              <p:ext uri="{D42A27DB-BD31-4B8C-83A1-F6EECF244321}">
                <p14:modId xmlns:p14="http://schemas.microsoft.com/office/powerpoint/2010/main" val="1866099093"/>
              </p:ext>
            </p:extLst>
          </p:nvPr>
        </p:nvGraphicFramePr>
        <p:xfrm>
          <a:off x="1457739" y="4980608"/>
          <a:ext cx="9298077" cy="1752600"/>
        </p:xfrm>
        <a:graphic>
          <a:graphicData uri="http://schemas.openxmlformats.org/drawingml/2006/table">
            <a:tbl>
              <a:tblPr firstRow="1" bandRow="1">
                <a:tableStyleId>{5C22544A-7EE6-4342-B048-85BDC9FD1C3A}</a:tableStyleId>
              </a:tblPr>
              <a:tblGrid>
                <a:gridCol w="3099359">
                  <a:extLst>
                    <a:ext uri="{9D8B030D-6E8A-4147-A177-3AD203B41FA5}">
                      <a16:colId xmlns:a16="http://schemas.microsoft.com/office/drawing/2014/main" val="324578243"/>
                    </a:ext>
                  </a:extLst>
                </a:gridCol>
                <a:gridCol w="3099359">
                  <a:extLst>
                    <a:ext uri="{9D8B030D-6E8A-4147-A177-3AD203B41FA5}">
                      <a16:colId xmlns:a16="http://schemas.microsoft.com/office/drawing/2014/main" val="484528173"/>
                    </a:ext>
                  </a:extLst>
                </a:gridCol>
                <a:gridCol w="3099359">
                  <a:extLst>
                    <a:ext uri="{9D8B030D-6E8A-4147-A177-3AD203B41FA5}">
                      <a16:colId xmlns:a16="http://schemas.microsoft.com/office/drawing/2014/main" val="2697879137"/>
                    </a:ext>
                  </a:extLst>
                </a:gridCol>
              </a:tblGrid>
              <a:tr h="370840">
                <a:tc>
                  <a:txBody>
                    <a:bodyPr/>
                    <a:lstStyle/>
                    <a:p>
                      <a:pPr lvl="0">
                        <a:buNone/>
                      </a:pPr>
                      <a:r>
                        <a:rPr lang="es-ES"/>
                        <a:t>paquetes</a:t>
                      </a:r>
                    </a:p>
                  </a:txBody>
                  <a:tcPr/>
                </a:tc>
                <a:tc>
                  <a:txBody>
                    <a:bodyPr/>
                    <a:lstStyle/>
                    <a:p>
                      <a:r>
                        <a:rPr lang="es-ES"/>
                        <a:t>tipo</a:t>
                      </a:r>
                    </a:p>
                  </a:txBody>
                  <a:tcPr/>
                </a:tc>
                <a:tc>
                  <a:txBody>
                    <a:bodyPr/>
                    <a:lstStyle/>
                    <a:p>
                      <a:r>
                        <a:rPr lang="es-ES"/>
                        <a:t>descripcion</a:t>
                      </a:r>
                    </a:p>
                  </a:txBody>
                  <a:tcPr/>
                </a:tc>
                <a:extLst>
                  <a:ext uri="{0D108BD9-81ED-4DB2-BD59-A6C34878D82A}">
                    <a16:rowId xmlns:a16="http://schemas.microsoft.com/office/drawing/2014/main" val="2852191164"/>
                  </a:ext>
                </a:extLst>
              </a:tr>
              <a:tr h="370840">
                <a:tc>
                  <a:txBody>
                    <a:bodyPr/>
                    <a:lstStyle/>
                    <a:p>
                      <a:r>
                        <a:rPr lang="es-ES"/>
                        <a:t>ID</a:t>
                      </a:r>
                    </a:p>
                  </a:txBody>
                  <a:tcPr/>
                </a:tc>
                <a:tc>
                  <a:txBody>
                    <a:bodyPr/>
                    <a:lstStyle/>
                    <a:p>
                      <a:r>
                        <a:rPr lang="es-ES"/>
                        <a:t>int</a:t>
                      </a:r>
                    </a:p>
                  </a:txBody>
                  <a:tcPr/>
                </a:tc>
                <a:tc>
                  <a:txBody>
                    <a:bodyPr/>
                    <a:lstStyle/>
                    <a:p>
                      <a:r>
                        <a:rPr lang="es-ES"/>
                        <a:t>Identificador del paquete</a:t>
                      </a:r>
                    </a:p>
                  </a:txBody>
                  <a:tcPr/>
                </a:tc>
                <a:extLst>
                  <a:ext uri="{0D108BD9-81ED-4DB2-BD59-A6C34878D82A}">
                    <a16:rowId xmlns:a16="http://schemas.microsoft.com/office/drawing/2014/main" val="3434825353"/>
                  </a:ext>
                </a:extLst>
              </a:tr>
              <a:tr h="370840">
                <a:tc>
                  <a:txBody>
                    <a:bodyPr/>
                    <a:lstStyle/>
                    <a:p>
                      <a:r>
                        <a:rPr lang="es-ES"/>
                        <a:t>precio</a:t>
                      </a:r>
                    </a:p>
                  </a:txBody>
                  <a:tcPr/>
                </a:tc>
                <a:tc>
                  <a:txBody>
                    <a:bodyPr/>
                    <a:lstStyle/>
                    <a:p>
                      <a:r>
                        <a:rPr lang="es-ES"/>
                        <a:t>float</a:t>
                      </a:r>
                    </a:p>
                  </a:txBody>
                  <a:tcPr/>
                </a:tc>
                <a:tc>
                  <a:txBody>
                    <a:bodyPr/>
                    <a:lstStyle/>
                    <a:p>
                      <a:r>
                        <a:rPr lang="es-ES"/>
                        <a:t>Costo del paquete</a:t>
                      </a:r>
                    </a:p>
                  </a:txBody>
                  <a:tcPr/>
                </a:tc>
                <a:extLst>
                  <a:ext uri="{0D108BD9-81ED-4DB2-BD59-A6C34878D82A}">
                    <a16:rowId xmlns:a16="http://schemas.microsoft.com/office/drawing/2014/main" val="1321178955"/>
                  </a:ext>
                </a:extLst>
              </a:tr>
              <a:tr h="370840">
                <a:tc>
                  <a:txBody>
                    <a:bodyPr/>
                    <a:lstStyle/>
                    <a:p>
                      <a:r>
                        <a:rPr lang="es-ES"/>
                        <a:t>dias</a:t>
                      </a:r>
                    </a:p>
                  </a:txBody>
                  <a:tcPr/>
                </a:tc>
                <a:tc>
                  <a:txBody>
                    <a:bodyPr/>
                    <a:lstStyle/>
                    <a:p>
                      <a:r>
                        <a:rPr lang="es-ES"/>
                        <a:t>int</a:t>
                      </a:r>
                    </a:p>
                  </a:txBody>
                  <a:tcPr/>
                </a:tc>
                <a:tc>
                  <a:txBody>
                    <a:bodyPr/>
                    <a:lstStyle/>
                    <a:p>
                      <a:r>
                        <a:rPr lang="es-ES"/>
                        <a:t>Cantidad de clases que se pueden reservar </a:t>
                      </a:r>
                    </a:p>
                  </a:txBody>
                  <a:tcPr/>
                </a:tc>
                <a:extLst>
                  <a:ext uri="{0D108BD9-81ED-4DB2-BD59-A6C34878D82A}">
                    <a16:rowId xmlns:a16="http://schemas.microsoft.com/office/drawing/2014/main" val="371120986"/>
                  </a:ext>
                </a:extLst>
              </a:tr>
            </a:tbl>
          </a:graphicData>
        </a:graphic>
      </p:graphicFrame>
    </p:spTree>
    <p:extLst>
      <p:ext uri="{BB962C8B-B14F-4D97-AF65-F5344CB8AC3E}">
        <p14:creationId xmlns:p14="http://schemas.microsoft.com/office/powerpoint/2010/main" val="4056629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INTERFACES DE ENTRADA / SALIDA</a:t>
            </a:r>
          </a:p>
        </p:txBody>
      </p:sp>
      <p:pic>
        <p:nvPicPr>
          <p:cNvPr id="4" name="Imagen 3" descr="Interfaz de usuario gráfica, Aplicación&#10;&#10;El contenido generado por IA puede ser incorrecto.">
            <a:extLst>
              <a:ext uri="{FF2B5EF4-FFF2-40B4-BE49-F238E27FC236}">
                <a16:creationId xmlns:a16="http://schemas.microsoft.com/office/drawing/2014/main" id="{6830CE96-183B-3663-CB27-B2228BF7FBD6}"/>
              </a:ext>
            </a:extLst>
          </p:cNvPr>
          <p:cNvPicPr>
            <a:picLocks noChangeAspect="1"/>
          </p:cNvPicPr>
          <p:nvPr/>
        </p:nvPicPr>
        <p:blipFill>
          <a:blip r:embed="rId2"/>
          <a:stretch>
            <a:fillRect/>
          </a:stretch>
        </p:blipFill>
        <p:spPr>
          <a:xfrm>
            <a:off x="152400" y="1107830"/>
            <a:ext cx="5791200" cy="5486400"/>
          </a:xfrm>
          <a:prstGeom prst="rect">
            <a:avLst/>
          </a:prstGeom>
        </p:spPr>
      </p:pic>
      <p:pic>
        <p:nvPicPr>
          <p:cNvPr id="5" name="Imagen 4" descr="Interfaz de usuario gráfica, Aplicación, Sitio web&#10;&#10;El contenido generado por IA puede ser incorrecto.">
            <a:extLst>
              <a:ext uri="{FF2B5EF4-FFF2-40B4-BE49-F238E27FC236}">
                <a16:creationId xmlns:a16="http://schemas.microsoft.com/office/drawing/2014/main" id="{56EDBEEF-8993-71C1-89F3-C7AF0383176D}"/>
              </a:ext>
            </a:extLst>
          </p:cNvPr>
          <p:cNvPicPr>
            <a:picLocks noChangeAspect="1"/>
          </p:cNvPicPr>
          <p:nvPr/>
        </p:nvPicPr>
        <p:blipFill>
          <a:blip r:embed="rId3"/>
          <a:stretch>
            <a:fillRect/>
          </a:stretch>
        </p:blipFill>
        <p:spPr>
          <a:xfrm>
            <a:off x="6456057" y="1101970"/>
            <a:ext cx="5411055" cy="5486401"/>
          </a:xfrm>
          <a:prstGeom prst="rect">
            <a:avLst/>
          </a:prstGeom>
        </p:spPr>
      </p:pic>
    </p:spTree>
    <p:extLst>
      <p:ext uri="{BB962C8B-B14F-4D97-AF65-F5344CB8AC3E}">
        <p14:creationId xmlns:p14="http://schemas.microsoft.com/office/powerpoint/2010/main" val="3485243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PRUEBAS  DE SISTEMAS DE INFORMACIÓN</a:t>
            </a:r>
          </a:p>
        </p:txBody>
      </p:sp>
      <p:sp>
        <p:nvSpPr>
          <p:cNvPr id="4" name="Rectángulo 3"/>
          <p:cNvSpPr/>
          <p:nvPr/>
        </p:nvSpPr>
        <p:spPr>
          <a:xfrm>
            <a:off x="842962" y="1700481"/>
            <a:ext cx="10215494" cy="3760068"/>
          </a:xfrm>
          <a:prstGeom prst="rect">
            <a:avLst/>
          </a:prstGeom>
        </p:spPr>
        <p:txBody>
          <a:bodyPr wrap="square" lIns="91440" tIns="45720" rIns="91440" bIns="45720" anchor="t">
            <a:spAutoFit/>
          </a:bodyPr>
          <a:lstStyle/>
          <a:p>
            <a:pPr marL="457200" indent="-457200" algn="just">
              <a:lnSpc>
                <a:spcPct val="107000"/>
              </a:lnSpc>
              <a:buFont typeface="Arial" panose="020B0604020202020204" pitchFamily="34" charset="0"/>
              <a:buChar char="•"/>
            </a:pPr>
            <a:r>
              <a:rPr lang="es-VE" sz="2800" dirty="0">
                <a:ea typeface="+mn-lt"/>
                <a:cs typeface="+mn-lt"/>
              </a:rPr>
              <a:t>Se llevaron a cabo exhaustivas pruebas manuales, tanto funcionales como no funcionales, con el propósito de validar que el programa cumple con todos los objetivos establecidos, garantizando su correcto funcionamiento en diferentes escenarios. Además, se verificó que el rendimiento sea óptimo, asegurando una experiencia de usuario fluida, eficiente y sin inconvenientes, contribuyendo así a la calidad y fiabilidad del sistema.</a:t>
            </a:r>
            <a:endParaRPr lang="es-ES" dirty="0">
              <a:ea typeface="+mn-lt"/>
              <a:cs typeface="+mn-lt"/>
            </a:endParaRPr>
          </a:p>
        </p:txBody>
      </p:sp>
    </p:spTree>
    <p:extLst>
      <p:ext uri="{BB962C8B-B14F-4D97-AF65-F5344CB8AC3E}">
        <p14:creationId xmlns:p14="http://schemas.microsoft.com/office/powerpoint/2010/main" val="1172971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PLAN DE MANTENIMIENTO</a:t>
            </a:r>
          </a:p>
        </p:txBody>
      </p:sp>
      <p:sp>
        <p:nvSpPr>
          <p:cNvPr id="7" name="CuadroTexto 6">
            <a:extLst>
              <a:ext uri="{FF2B5EF4-FFF2-40B4-BE49-F238E27FC236}">
                <a16:creationId xmlns:a16="http://schemas.microsoft.com/office/drawing/2014/main" id="{E9908ED6-34BA-1C7B-B752-BB81163C9D12}"/>
              </a:ext>
            </a:extLst>
          </p:cNvPr>
          <p:cNvSpPr txBox="1"/>
          <p:nvPr/>
        </p:nvSpPr>
        <p:spPr>
          <a:xfrm>
            <a:off x="0" y="1397000"/>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MANTENIMIENTO CORRECTIVO</a:t>
            </a:r>
          </a:p>
          <a:p>
            <a:r>
              <a:rPr lang="en-US"/>
              <a:t>Se enfoca en corregir errores detectados durante el funcionamiento del sistema. Los usuarios y administradores reportan fallos a través de los contactos.</a:t>
            </a:r>
            <a:endParaRPr lang="en-US">
              <a:ea typeface="Calibri"/>
              <a:cs typeface="Calibri"/>
            </a:endParaRPr>
          </a:p>
          <a:p>
            <a:pPr algn="ctr"/>
            <a:endParaRPr lang="es-ES"/>
          </a:p>
        </p:txBody>
      </p:sp>
      <p:sp>
        <p:nvSpPr>
          <p:cNvPr id="9" name="CuadroTexto 8">
            <a:extLst>
              <a:ext uri="{FF2B5EF4-FFF2-40B4-BE49-F238E27FC236}">
                <a16:creationId xmlns:a16="http://schemas.microsoft.com/office/drawing/2014/main" id="{A5C022BC-BEDD-0D1D-2993-2546A3B7FE0B}"/>
              </a:ext>
            </a:extLst>
          </p:cNvPr>
          <p:cNvSpPr txBox="1"/>
          <p:nvPr/>
        </p:nvSpPr>
        <p:spPr>
          <a:xfrm>
            <a:off x="6096000" y="1397000"/>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t>MANTENIMIENTO ADAPTATIVO</a:t>
            </a:r>
          </a:p>
          <a:p>
            <a:pPr algn="l"/>
            <a:r>
              <a:rPr lang="en-US" b="0" i="0"/>
              <a:t>Consiste en modificar el sistema para adaptarlo a cambios en el entorno externo. Esto incluye actualizaciones de las APIs de Google (Calendar y Gmail), nuevas versiones de Python/Flask o cambios en la plataforma de hosting (Render). </a:t>
            </a:r>
          </a:p>
          <a:p>
            <a:pPr algn="ctr"/>
            <a:endParaRPr lang="es-ES"/>
          </a:p>
        </p:txBody>
      </p:sp>
      <p:sp>
        <p:nvSpPr>
          <p:cNvPr id="11" name="CuadroTexto 10">
            <a:extLst>
              <a:ext uri="{FF2B5EF4-FFF2-40B4-BE49-F238E27FC236}">
                <a16:creationId xmlns:a16="http://schemas.microsoft.com/office/drawing/2014/main" id="{7DB45662-7A8D-77B3-E02F-3FB2BB4BCB21}"/>
              </a:ext>
            </a:extLst>
          </p:cNvPr>
          <p:cNvSpPr txBox="1"/>
          <p:nvPr/>
        </p:nvSpPr>
        <p:spPr>
          <a:xfrm>
            <a:off x="0" y="3903870"/>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MANTENIMIENTO PERFECTIVO</a:t>
            </a:r>
          </a:p>
          <a:p>
            <a:pPr algn="l"/>
            <a:r>
              <a:rPr lang="en-US"/>
              <a:t>Busca mejorar el rendimiento, la usabilidad y agregar nuevas funcionalidades basadas en feedback de usuarios. Incluye implementar caché para carga más rápida, mejorar el diseño responsive, agregar recordatorios por WhatsApp, notificaciones push y dashboards con más gráficas. </a:t>
            </a:r>
            <a:endParaRPr lang="en-US">
              <a:ea typeface="Calibri"/>
              <a:cs typeface="Calibri"/>
            </a:endParaRPr>
          </a:p>
          <a:p>
            <a:pPr algn="ctr"/>
            <a:endParaRPr lang="es-ES"/>
          </a:p>
        </p:txBody>
      </p:sp>
      <p:sp>
        <p:nvSpPr>
          <p:cNvPr id="13" name="CuadroTexto 12">
            <a:extLst>
              <a:ext uri="{FF2B5EF4-FFF2-40B4-BE49-F238E27FC236}">
                <a16:creationId xmlns:a16="http://schemas.microsoft.com/office/drawing/2014/main" id="{2E64AF30-418B-3473-B257-F36E3471FED3}"/>
              </a:ext>
            </a:extLst>
          </p:cNvPr>
          <p:cNvSpPr txBox="1"/>
          <p:nvPr/>
        </p:nvSpPr>
        <p:spPr>
          <a:xfrm>
            <a:off x="6096000" y="3892826"/>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MANTENIMIENTO PREVENTIVO</a:t>
            </a:r>
          </a:p>
          <a:p>
            <a:r>
              <a:rPr lang="en-US"/>
              <a:t>Acciones proactivas para prevenir fallos futuros: backup de base de datos, verificación semanal de logs, limpieza de sesiones expiradas, renovación mensual de tokens de Google.</a:t>
            </a:r>
            <a:endParaRPr lang="en-US">
              <a:ea typeface="Calibri"/>
              <a:cs typeface="Calibri"/>
            </a:endParaRPr>
          </a:p>
          <a:p>
            <a:pPr algn="ctr"/>
            <a:endParaRPr lang="es-ES"/>
          </a:p>
        </p:txBody>
      </p:sp>
    </p:spTree>
    <p:extLst>
      <p:ext uri="{BB962C8B-B14F-4D97-AF65-F5344CB8AC3E}">
        <p14:creationId xmlns:p14="http://schemas.microsoft.com/office/powerpoint/2010/main" val="3232502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50343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PROYECTO FINAL</a:t>
            </a:r>
          </a:p>
        </p:txBody>
      </p:sp>
      <p:sp>
        <p:nvSpPr>
          <p:cNvPr id="3" name="Rectángulo 2"/>
          <p:cNvSpPr/>
          <p:nvPr/>
        </p:nvSpPr>
        <p:spPr>
          <a:xfrm>
            <a:off x="0" y="503434"/>
            <a:ext cx="12192000" cy="55480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2400"/>
              <a:t>CONCLUSIONES</a:t>
            </a:r>
          </a:p>
        </p:txBody>
      </p:sp>
      <p:sp>
        <p:nvSpPr>
          <p:cNvPr id="5" name="CuadroTexto 4">
            <a:extLst>
              <a:ext uri="{FF2B5EF4-FFF2-40B4-BE49-F238E27FC236}">
                <a16:creationId xmlns:a16="http://schemas.microsoft.com/office/drawing/2014/main" id="{882C117B-3075-F8FC-6C16-8FFBCCF0572D}"/>
              </a:ext>
            </a:extLst>
          </p:cNvPr>
          <p:cNvSpPr txBox="1"/>
          <p:nvPr/>
        </p:nvSpPr>
        <p:spPr>
          <a:xfrm>
            <a:off x="762001" y="1717260"/>
            <a:ext cx="10358782"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t>Se desarrolló exitosamente una plataforma web para la gestión de un estudio de yoga que automatiza reservas,  gestión de instructores y notificaciones. El sistema, construido con Python y Flask e integrado con Google Calendar y Gmail API, ofrece tres roles de usuario (yogui, instructor, admin) con paneles personalizados, verificación por correo, compra de paquetes con pagos pendientes y notificaciones automáticas. Con una interfaz responsive y un plan de mantenimiento que cubre aspectos correctivos, adaptativos, perfectivos y preventivos, la aplicación garantiza estabilidad, escalabilidad y una experiencia óptima para todos los usuarios del estudio.</a:t>
            </a:r>
            <a:endParaRPr lang="es-ES" sz="2200"/>
          </a:p>
          <a:p>
            <a:pPr algn="ctr"/>
            <a:endParaRPr lang="es-ES"/>
          </a:p>
        </p:txBody>
      </p:sp>
    </p:spTree>
    <p:extLst>
      <p:ext uri="{BB962C8B-B14F-4D97-AF65-F5344CB8AC3E}">
        <p14:creationId xmlns:p14="http://schemas.microsoft.com/office/powerpoint/2010/main" val="26355130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21</Slides>
  <Notes>0</Notes>
  <HiddenSlides>0</HiddenSlides>
  <ScaleCrop>false</ScaleCrop>
  <HeadingPairs>
    <vt:vector size="4" baseType="variant">
      <vt:variant>
        <vt:lpstr>Tema</vt:lpstr>
      </vt:variant>
      <vt:variant>
        <vt:i4>1</vt:i4>
      </vt:variant>
      <vt:variant>
        <vt:lpstr>Títulos de diapositiva</vt:lpstr>
      </vt:variant>
      <vt:variant>
        <vt:i4>21</vt:i4>
      </vt:variant>
    </vt:vector>
  </HeadingPairs>
  <TitlesOfParts>
    <vt:vector size="22"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Yaskelly Yedra</dc:creator>
  <cp:revision>22</cp:revision>
  <dcterms:created xsi:type="dcterms:W3CDTF">2024-09-12T15:26:05Z</dcterms:created>
  <dcterms:modified xsi:type="dcterms:W3CDTF">2026-03-13T02:58:54Z</dcterms:modified>
</cp:coreProperties>
</file>