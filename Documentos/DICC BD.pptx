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2" r:id="rId3"/>
    <p:sldId id="283" r:id="rId4"/>
    <p:sldId id="284" r:id="rId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3EE06C-24BA-7BD6-7492-1D5ABC353697}" v="28" dt="2026-03-12T13:27:17.2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rdo 05" userId="49ea404a2ad3b09f" providerId="Windows Live" clId="Web-{0C3EE06C-24BA-7BD6-7492-1D5ABC353697}"/>
    <pc:docChg chg="addSld modSld">
      <pc:chgData name="Juardo 05" userId="49ea404a2ad3b09f" providerId="Windows Live" clId="Web-{0C3EE06C-24BA-7BD6-7492-1D5ABC353697}" dt="2026-03-12T13:27:32.937" v="28"/>
      <pc:docMkLst>
        <pc:docMk/>
      </pc:docMkLst>
      <pc:sldChg chg="addSp modSp mod setBg">
        <pc:chgData name="Juardo 05" userId="49ea404a2ad3b09f" providerId="Windows Live" clId="Web-{0C3EE06C-24BA-7BD6-7492-1D5ABC353697}" dt="2026-03-12T13:27:32.937" v="28"/>
        <pc:sldMkLst>
          <pc:docMk/>
          <pc:sldMk cId="2406273178" sldId="256"/>
        </pc:sldMkLst>
        <pc:spChg chg="mod">
          <ac:chgData name="Juardo 05" userId="49ea404a2ad3b09f" providerId="Windows Live" clId="Web-{0C3EE06C-24BA-7BD6-7492-1D5ABC353697}" dt="2026-03-12T13:27:32.937" v="28"/>
          <ac:spMkLst>
            <pc:docMk/>
            <pc:sldMk cId="2406273178" sldId="256"/>
            <ac:spMk id="2" creationId="{00000000-0000-0000-0000-000000000000}"/>
          </ac:spMkLst>
        </pc:spChg>
        <pc:spChg chg="mod">
          <ac:chgData name="Juardo 05" userId="49ea404a2ad3b09f" providerId="Windows Live" clId="Web-{0C3EE06C-24BA-7BD6-7492-1D5ABC353697}" dt="2026-03-12T13:27:32.937" v="28"/>
          <ac:spMkLst>
            <pc:docMk/>
            <pc:sldMk cId="2406273178" sldId="256"/>
            <ac:spMk id="3" creationId="{00000000-0000-0000-0000-000000000000}"/>
          </ac:spMkLst>
        </pc:spChg>
        <pc:spChg chg="add">
          <ac:chgData name="Juardo 05" userId="49ea404a2ad3b09f" providerId="Windows Live" clId="Web-{0C3EE06C-24BA-7BD6-7492-1D5ABC353697}" dt="2026-03-12T13:27:32.937" v="28"/>
          <ac:spMkLst>
            <pc:docMk/>
            <pc:sldMk cId="2406273178" sldId="256"/>
            <ac:spMk id="10" creationId="{A3363022-C969-41E9-8EB2-E4C94908C1FA}"/>
          </ac:spMkLst>
        </pc:spChg>
        <pc:spChg chg="add">
          <ac:chgData name="Juardo 05" userId="49ea404a2ad3b09f" providerId="Windows Live" clId="Web-{0C3EE06C-24BA-7BD6-7492-1D5ABC353697}" dt="2026-03-12T13:27:32.937" v="28"/>
          <ac:spMkLst>
            <pc:docMk/>
            <pc:sldMk cId="2406273178" sldId="256"/>
            <ac:spMk id="12" creationId="{8D1AD6B3-BE88-4CEB-BA17-790657CC4729}"/>
          </ac:spMkLst>
        </pc:spChg>
        <pc:grpChg chg="add">
          <ac:chgData name="Juardo 05" userId="49ea404a2ad3b09f" providerId="Windows Live" clId="Web-{0C3EE06C-24BA-7BD6-7492-1D5ABC353697}" dt="2026-03-12T13:27:32.937" v="28"/>
          <ac:grpSpMkLst>
            <pc:docMk/>
            <pc:sldMk cId="2406273178" sldId="256"/>
            <ac:grpSpMk id="14" creationId="{89D1390B-7E13-4B4F-9CB2-391063412E54}"/>
          </ac:grpSpMkLst>
        </pc:grpChg>
        <pc:picChg chg="add">
          <ac:chgData name="Juardo 05" userId="49ea404a2ad3b09f" providerId="Windows Live" clId="Web-{0C3EE06C-24BA-7BD6-7492-1D5ABC353697}" dt="2026-03-12T13:27:32.937" v="28"/>
          <ac:picMkLst>
            <pc:docMk/>
            <pc:sldMk cId="2406273178" sldId="256"/>
            <ac:picMk id="7" creationId="{8C6D6AE9-E920-DA55-DB0B-3F441A974011}"/>
          </ac:picMkLst>
        </pc:picChg>
      </pc:sldChg>
      <pc:sldChg chg="delSp modSp add">
        <pc:chgData name="Juardo 05" userId="49ea404a2ad3b09f" providerId="Windows Live" clId="Web-{0C3EE06C-24BA-7BD6-7492-1D5ABC353697}" dt="2026-03-12T13:27:05.858" v="13" actId="1076"/>
        <pc:sldMkLst>
          <pc:docMk/>
          <pc:sldMk cId="1731062110" sldId="282"/>
        </pc:sldMkLst>
        <pc:spChg chg="del">
          <ac:chgData name="Juardo 05" userId="49ea404a2ad3b09f" providerId="Windows Live" clId="Web-{0C3EE06C-24BA-7BD6-7492-1D5ABC353697}" dt="2026-03-12T13:26:58.373" v="11"/>
          <ac:spMkLst>
            <pc:docMk/>
            <pc:sldMk cId="1731062110" sldId="282"/>
            <ac:spMk id="2" creationId="{29718820-55A8-F70C-B67F-A95B0D670AA8}"/>
          </ac:spMkLst>
        </pc:spChg>
        <pc:spChg chg="del">
          <ac:chgData name="Juardo 05" userId="49ea404a2ad3b09f" providerId="Windows Live" clId="Web-{0C3EE06C-24BA-7BD6-7492-1D5ABC353697}" dt="2026-03-12T13:26:58.373" v="10"/>
          <ac:spMkLst>
            <pc:docMk/>
            <pc:sldMk cId="1731062110" sldId="282"/>
            <ac:spMk id="3" creationId="{FD7F8803-DF9A-696E-B496-AECCA9212016}"/>
          </ac:spMkLst>
        </pc:spChg>
        <pc:graphicFrameChg chg="mod">
          <ac:chgData name="Juardo 05" userId="49ea404a2ad3b09f" providerId="Windows Live" clId="Web-{0C3EE06C-24BA-7BD6-7492-1D5ABC353697}" dt="2026-03-12T13:27:05.779" v="12" actId="1076"/>
          <ac:graphicFrameMkLst>
            <pc:docMk/>
            <pc:sldMk cId="1731062110" sldId="282"/>
            <ac:graphicFrameMk id="4" creationId="{DA89FC03-118B-8FBC-F5C4-F8D73D2DC075}"/>
          </ac:graphicFrameMkLst>
        </pc:graphicFrameChg>
        <pc:graphicFrameChg chg="mod">
          <ac:chgData name="Juardo 05" userId="49ea404a2ad3b09f" providerId="Windows Live" clId="Web-{0C3EE06C-24BA-7BD6-7492-1D5ABC353697}" dt="2026-03-12T13:27:05.858" v="13" actId="1076"/>
          <ac:graphicFrameMkLst>
            <pc:docMk/>
            <pc:sldMk cId="1731062110" sldId="282"/>
            <ac:graphicFrameMk id="7" creationId="{46162726-7404-B808-BFC5-2445ED441531}"/>
          </ac:graphicFrameMkLst>
        </pc:graphicFrameChg>
      </pc:sldChg>
      <pc:sldChg chg="delSp modSp add">
        <pc:chgData name="Juardo 05" userId="49ea404a2ad3b09f" providerId="Windows Live" clId="Web-{0C3EE06C-24BA-7BD6-7492-1D5ABC353697}" dt="2026-03-12T13:26:56.451" v="9" actId="1076"/>
        <pc:sldMkLst>
          <pc:docMk/>
          <pc:sldMk cId="2328355594" sldId="283"/>
        </pc:sldMkLst>
        <pc:spChg chg="del">
          <ac:chgData name="Juardo 05" userId="49ea404a2ad3b09f" providerId="Windows Live" clId="Web-{0C3EE06C-24BA-7BD6-7492-1D5ABC353697}" dt="2026-03-12T13:26:51.857" v="8"/>
          <ac:spMkLst>
            <pc:docMk/>
            <pc:sldMk cId="2328355594" sldId="283"/>
            <ac:spMk id="2" creationId="{0BC0386F-817D-2499-E0DE-C84504799590}"/>
          </ac:spMkLst>
        </pc:spChg>
        <pc:spChg chg="del">
          <ac:chgData name="Juardo 05" userId="49ea404a2ad3b09f" providerId="Windows Live" clId="Web-{0C3EE06C-24BA-7BD6-7492-1D5ABC353697}" dt="2026-03-12T13:26:51.857" v="7"/>
          <ac:spMkLst>
            <pc:docMk/>
            <pc:sldMk cId="2328355594" sldId="283"/>
            <ac:spMk id="3" creationId="{0486956B-4810-87CA-ACB6-D0BCBFED2B29}"/>
          </ac:spMkLst>
        </pc:spChg>
        <pc:graphicFrameChg chg="mod">
          <ac:chgData name="Juardo 05" userId="49ea404a2ad3b09f" providerId="Windows Live" clId="Web-{0C3EE06C-24BA-7BD6-7492-1D5ABC353697}" dt="2026-03-12T13:26:56.451" v="9" actId="1076"/>
          <ac:graphicFrameMkLst>
            <pc:docMk/>
            <pc:sldMk cId="2328355594" sldId="283"/>
            <ac:graphicFrameMk id="5" creationId="{D5E4BBC5-3B25-864C-430F-9168B163ABAB}"/>
          </ac:graphicFrameMkLst>
        </pc:graphicFrameChg>
      </pc:sldChg>
      <pc:sldChg chg="delSp modSp add">
        <pc:chgData name="Juardo 05" userId="49ea404a2ad3b09f" providerId="Windows Live" clId="Web-{0C3EE06C-24BA-7BD6-7492-1D5ABC353697}" dt="2026-03-12T13:26:49.466" v="6" actId="1076"/>
        <pc:sldMkLst>
          <pc:docMk/>
          <pc:sldMk cId="4056629010" sldId="284"/>
        </pc:sldMkLst>
        <pc:spChg chg="del">
          <ac:chgData name="Juardo 05" userId="49ea404a2ad3b09f" providerId="Windows Live" clId="Web-{0C3EE06C-24BA-7BD6-7492-1D5ABC353697}" dt="2026-03-12T13:26:41.153" v="3"/>
          <ac:spMkLst>
            <pc:docMk/>
            <pc:sldMk cId="4056629010" sldId="284"/>
            <ac:spMk id="2" creationId="{D88D642B-7E1C-05BB-8D6B-189FF5207301}"/>
          </ac:spMkLst>
        </pc:spChg>
        <pc:spChg chg="del">
          <ac:chgData name="Juardo 05" userId="49ea404a2ad3b09f" providerId="Windows Live" clId="Web-{0C3EE06C-24BA-7BD6-7492-1D5ABC353697}" dt="2026-03-12T13:26:44.122" v="4"/>
          <ac:spMkLst>
            <pc:docMk/>
            <pc:sldMk cId="4056629010" sldId="284"/>
            <ac:spMk id="3" creationId="{35FA6BD5-CE39-8E7A-A302-E4D0A842D5C3}"/>
          </ac:spMkLst>
        </pc:spChg>
        <pc:graphicFrameChg chg="mod">
          <ac:chgData name="Juardo 05" userId="49ea404a2ad3b09f" providerId="Windows Live" clId="Web-{0C3EE06C-24BA-7BD6-7492-1D5ABC353697}" dt="2026-03-12T13:26:49.419" v="5" actId="1076"/>
          <ac:graphicFrameMkLst>
            <pc:docMk/>
            <pc:sldMk cId="4056629010" sldId="284"/>
            <ac:graphicFrameMk id="4" creationId="{BB97EC53-774E-D0B6-9E15-869B427D48D0}"/>
          </ac:graphicFrameMkLst>
        </pc:graphicFrameChg>
        <pc:graphicFrameChg chg="mod">
          <ac:chgData name="Juardo 05" userId="49ea404a2ad3b09f" providerId="Windows Live" clId="Web-{0C3EE06C-24BA-7BD6-7492-1D5ABC353697}" dt="2026-03-12T13:26:49.466" v="6" actId="1076"/>
          <ac:graphicFrameMkLst>
            <pc:docMk/>
            <pc:sldMk cId="4056629010" sldId="284"/>
            <ac:graphicFrameMk id="5" creationId="{60CC2D8E-3D8B-5C8A-CCFB-20A57629B60F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12/03/2026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12/03/2026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12/03/2026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12/03/2026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12/03/2026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12/03/2026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12/03/2026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12/03/2026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12/03/2026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12/03/2026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12/03/2026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12/03/2026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s-ES" sz="4000">
                <a:solidFill>
                  <a:schemeClr val="tx2"/>
                </a:solidFill>
              </a:rPr>
              <a:t>Diccionario de base de datos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s-ES" sz="2000">
                <a:solidFill>
                  <a:schemeClr val="tx2"/>
                </a:solidFill>
              </a:rPr>
              <a:t>Juan Rivas</a:t>
            </a:r>
          </a:p>
        </p:txBody>
      </p:sp>
      <p:pic>
        <p:nvPicPr>
          <p:cNvPr id="7" name="Graphic 6" descr="Base de datos">
            <a:extLst>
              <a:ext uri="{FF2B5EF4-FFF2-40B4-BE49-F238E27FC236}">
                <a16:creationId xmlns:a16="http://schemas.microsoft.com/office/drawing/2014/main" id="{8C6D6AE9-E920-DA55-DB0B-3F441A9740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0692B-14B0-96D6-4A84-11EE9C463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DA89FC03-118B-8FBC-F5C4-F8D73D2DC0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8616099"/>
              </p:ext>
            </p:extLst>
          </p:nvPr>
        </p:nvGraphicFramePr>
        <p:xfrm>
          <a:off x="1347304" y="574260"/>
          <a:ext cx="9310503" cy="2225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1404">
                  <a:extLst>
                    <a:ext uri="{9D8B030D-6E8A-4147-A177-3AD203B41FA5}">
                      <a16:colId xmlns:a16="http://schemas.microsoft.com/office/drawing/2014/main" val="1482830593"/>
                    </a:ext>
                  </a:extLst>
                </a:gridCol>
                <a:gridCol w="2194194">
                  <a:extLst>
                    <a:ext uri="{9D8B030D-6E8A-4147-A177-3AD203B41FA5}">
                      <a16:colId xmlns:a16="http://schemas.microsoft.com/office/drawing/2014/main" val="2019461268"/>
                    </a:ext>
                  </a:extLst>
                </a:gridCol>
                <a:gridCol w="4684905">
                  <a:extLst>
                    <a:ext uri="{9D8B030D-6E8A-4147-A177-3AD203B41FA5}">
                      <a16:colId xmlns:a16="http://schemas.microsoft.com/office/drawing/2014/main" val="394242086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Administradores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err="1"/>
                        <a:t>Descripcion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8729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/>
                        <a:t>Correo PK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err="1"/>
                        <a:t>Varchar</a:t>
                      </a:r>
                      <a:r>
                        <a:rPr lang="es-ES"/>
                        <a:t>(50)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Correo del </a:t>
                      </a:r>
                      <a:r>
                        <a:rPr lang="es-ES" err="1"/>
                        <a:t>adminstrador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020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err="1"/>
                        <a:t>Password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0" i="0" u="none" strike="noStrike" noProof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Varchar</a:t>
                      </a:r>
                      <a:r>
                        <a:rPr lang="es-ES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(64)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Contraseña del administrador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09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/>
                        <a:t>Nombre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0" i="0" u="none" strike="noStrike" noProof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Varchar</a:t>
                      </a:r>
                      <a:r>
                        <a:rPr lang="es-ES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Nombre del </a:t>
                      </a:r>
                      <a:r>
                        <a:rPr lang="es-ES" err="1"/>
                        <a:t>admin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348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/>
                        <a:t>Apellido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0" i="0" u="none" strike="noStrike" noProof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Varchar</a:t>
                      </a:r>
                      <a:r>
                        <a:rPr lang="es-ES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Apellido del </a:t>
                      </a:r>
                      <a:r>
                        <a:rPr lang="es-ES" err="1"/>
                        <a:t>admin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3783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err="1"/>
                        <a:t>Telefono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Decimal(10.0)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err="1"/>
                        <a:t>Telefono</a:t>
                      </a:r>
                      <a:r>
                        <a:rPr lang="es-ES"/>
                        <a:t> del </a:t>
                      </a:r>
                      <a:r>
                        <a:rPr lang="es-ES" err="1"/>
                        <a:t>admin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6240737"/>
                  </a:ext>
                </a:extLst>
              </a:tr>
            </a:tbl>
          </a:graphicData>
        </a:graphic>
      </p:graphicFrame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46162726-7404-B808-BFC5-2445ED4415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2231011"/>
              </p:ext>
            </p:extLst>
          </p:nvPr>
        </p:nvGraphicFramePr>
        <p:xfrm>
          <a:off x="1315942" y="3063593"/>
          <a:ext cx="9343681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2879">
                  <a:extLst>
                    <a:ext uri="{9D8B030D-6E8A-4147-A177-3AD203B41FA5}">
                      <a16:colId xmlns:a16="http://schemas.microsoft.com/office/drawing/2014/main" val="1297587432"/>
                    </a:ext>
                  </a:extLst>
                </a:gridCol>
                <a:gridCol w="2722879">
                  <a:extLst>
                    <a:ext uri="{9D8B030D-6E8A-4147-A177-3AD203B41FA5}">
                      <a16:colId xmlns:a16="http://schemas.microsoft.com/office/drawing/2014/main" val="51301682"/>
                    </a:ext>
                  </a:extLst>
                </a:gridCol>
                <a:gridCol w="3897923">
                  <a:extLst>
                    <a:ext uri="{9D8B030D-6E8A-4147-A177-3AD203B41FA5}">
                      <a16:colId xmlns:a16="http://schemas.microsoft.com/office/drawing/2014/main" val="39096199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/>
                        <a:t>Yoguis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Descripcion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3303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/>
                        <a:t>Correo PK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V</a:t>
                      </a:r>
                      <a:r>
                        <a:rPr lang="es-ES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archar(50)</a:t>
                      </a:r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Correo del yogui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600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/>
                        <a:t>Password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Varchar(64)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Clave del yogui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0083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/>
                        <a:t>Nombre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Varchar(30)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Nombre del yogui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3305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/>
                        <a:t>Apellido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Varchar(30)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Apellido del yogui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496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/>
                        <a:t>Telefono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Decimal(10.0)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Telefono del yogui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6957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/>
                        <a:t>Paquete_ID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Ultimo paquete adquirido(sin funcion)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556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/>
                        <a:t>clasesRestantes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Indica cuantas clases puede reservar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129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1062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8C17D-0B0E-F154-EA26-B1F3641C5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D5E4BBC5-3B25-864C-430F-9168B163AB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657894"/>
              </p:ext>
            </p:extLst>
          </p:nvPr>
        </p:nvGraphicFramePr>
        <p:xfrm>
          <a:off x="1836322" y="530307"/>
          <a:ext cx="8143875" cy="603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4625">
                  <a:extLst>
                    <a:ext uri="{9D8B030D-6E8A-4147-A177-3AD203B41FA5}">
                      <a16:colId xmlns:a16="http://schemas.microsoft.com/office/drawing/2014/main" val="3548235792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412082388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986587228"/>
                    </a:ext>
                  </a:extLst>
                </a:gridCol>
              </a:tblGrid>
              <a:tr h="33042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ES">
                          <a:effectLst/>
                        </a:rPr>
                        <a:t>Instructores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7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>
                          <a:effectLst/>
                        </a:rPr>
                        <a:t>Tipo</a:t>
                      </a:r>
                      <a:endParaRPr lang="es-ES"/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7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ES">
                          <a:effectLst/>
                        </a:rPr>
                        <a:t>Descripcion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7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5760816"/>
                  </a:ext>
                </a:extLst>
              </a:tr>
              <a:tr h="83266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ES">
                          <a:effectLst/>
                        </a:rPr>
                        <a:t>Id_instrcutor PK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7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ES">
                          <a:effectLst/>
                        </a:rPr>
                        <a:t>int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7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ES">
                          <a:effectLst/>
                        </a:rPr>
                        <a:t>Sirve para identificar el instructor en las distintas operaciones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7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4608028"/>
                  </a:ext>
                </a:extLst>
              </a:tr>
              <a:tr h="33042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ES">
                          <a:effectLst/>
                        </a:rPr>
                        <a:t>Correo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ES">
                          <a:effectLst/>
                        </a:rPr>
                        <a:t>Varchar(50)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ES">
                          <a:effectLst/>
                        </a:rPr>
                        <a:t>Correo del instructor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762634"/>
                  </a:ext>
                </a:extLst>
              </a:tr>
              <a:tr h="33042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ES">
                          <a:effectLst/>
                        </a:rPr>
                        <a:t>Password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Varchar(64)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ES">
                          <a:effectLst/>
                        </a:rPr>
                        <a:t>Clave del instructor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2211984"/>
                  </a:ext>
                </a:extLst>
              </a:tr>
              <a:tr h="33042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ES">
                          <a:effectLst/>
                        </a:rPr>
                        <a:t>Nombre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Varchar(30)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ES">
                          <a:effectLst/>
                        </a:rPr>
                        <a:t>Nombre del instructor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5386164"/>
                  </a:ext>
                </a:extLst>
              </a:tr>
              <a:tr h="58154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ES">
                          <a:effectLst/>
                        </a:rPr>
                        <a:t>Espacialidad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Varchar(50)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ES">
                          <a:effectLst/>
                        </a:rPr>
                        <a:t>Tipo de yoga en el que se especializa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2485162"/>
                  </a:ext>
                </a:extLst>
              </a:tr>
              <a:tr h="3304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>
                          <a:effectLst/>
                        </a:rPr>
                        <a:t>Telefono</a:t>
                      </a:r>
                    </a:p>
                  </a:txBody>
                  <a:tcPr>
                    <a:lnL w="9524">
                      <a:solidFill>
                        <a:srgbClr val="FFFFFF"/>
                      </a:solidFill>
                    </a:lnL>
                    <a:lnR w="9524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Varchar(20)</a:t>
                      </a:r>
                    </a:p>
                  </a:txBody>
                  <a:tcPr>
                    <a:lnL w="9524">
                      <a:solidFill>
                        <a:srgbClr val="FFFFFF"/>
                      </a:solidFill>
                    </a:lnL>
                    <a:lnR w="9524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>
                          <a:effectLst/>
                        </a:rPr>
                        <a:t>Telefono del instructor</a:t>
                      </a:r>
                    </a:p>
                  </a:txBody>
                  <a:tcPr>
                    <a:lnL w="9524">
                      <a:solidFill>
                        <a:srgbClr val="FFFFFF"/>
                      </a:solidFill>
                    </a:lnL>
                    <a:lnR w="9524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FFFFFF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8412955"/>
                  </a:ext>
                </a:extLst>
              </a:tr>
              <a:tr h="3304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>
                          <a:effectLst/>
                        </a:rPr>
                        <a:t>Experiencia</a:t>
                      </a:r>
                    </a:p>
                  </a:txBody>
                  <a:tcPr>
                    <a:lnL w="9524">
                      <a:solidFill>
                        <a:srgbClr val="FFFFFF"/>
                      </a:solidFill>
                    </a:lnL>
                    <a:lnR w="9524">
                      <a:solidFill>
                        <a:srgbClr val="FFFFFF"/>
                      </a:solidFill>
                    </a:lnR>
                    <a:lnT w="9524">
                      <a:solidFill>
                        <a:srgbClr val="FFFFFF"/>
                      </a:solidFill>
                    </a:lnT>
                    <a:lnB w="9524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>
                          <a:effectLst/>
                        </a:rPr>
                        <a:t>int</a:t>
                      </a:r>
                    </a:p>
                  </a:txBody>
                  <a:tcPr>
                    <a:lnL w="9524">
                      <a:solidFill>
                        <a:srgbClr val="FFFFFF"/>
                      </a:solidFill>
                    </a:lnL>
                    <a:lnR w="9524">
                      <a:solidFill>
                        <a:srgbClr val="FFFFFF"/>
                      </a:solidFill>
                    </a:lnR>
                    <a:lnT w="9524">
                      <a:solidFill>
                        <a:srgbClr val="FFFFFF"/>
                      </a:solidFill>
                    </a:lnT>
                    <a:lnB w="9524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>
                          <a:effectLst/>
                        </a:rPr>
                        <a:t>Años de experiencia</a:t>
                      </a:r>
                    </a:p>
                  </a:txBody>
                  <a:tcPr>
                    <a:lnL w="9524">
                      <a:solidFill>
                        <a:srgbClr val="FFFFFF"/>
                      </a:solidFill>
                    </a:lnL>
                    <a:lnR w="9524">
                      <a:solidFill>
                        <a:srgbClr val="FFFFFF"/>
                      </a:solidFill>
                    </a:lnR>
                    <a:lnT w="9524">
                      <a:solidFill>
                        <a:srgbClr val="FFFFFF"/>
                      </a:solidFill>
                    </a:lnT>
                    <a:lnB w="9524">
                      <a:solidFill>
                        <a:srgbClr val="FFFFFF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8897411"/>
                  </a:ext>
                </a:extLst>
              </a:tr>
              <a:tr h="5815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>
                          <a:effectLst/>
                        </a:rPr>
                        <a:t>Estado</a:t>
                      </a:r>
                    </a:p>
                  </a:txBody>
                  <a:tcPr>
                    <a:lnL w="9524">
                      <a:solidFill>
                        <a:srgbClr val="FFFFFF"/>
                      </a:solidFill>
                    </a:lnL>
                    <a:lnR w="9524">
                      <a:solidFill>
                        <a:srgbClr val="FFFFFF"/>
                      </a:solidFill>
                    </a:lnR>
                    <a:lnT w="9524">
                      <a:solidFill>
                        <a:srgbClr val="FFFFFF"/>
                      </a:solidFill>
                    </a:lnT>
                    <a:lnB w="9524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>
                          <a:effectLst/>
                        </a:rPr>
                        <a:t>Enum('activo', 'inactivo')</a:t>
                      </a:r>
                    </a:p>
                  </a:txBody>
                  <a:tcPr>
                    <a:lnL w="9524">
                      <a:solidFill>
                        <a:srgbClr val="FFFFFF"/>
                      </a:solidFill>
                    </a:lnL>
                    <a:lnR w="9524">
                      <a:solidFill>
                        <a:srgbClr val="FFFFFF"/>
                      </a:solidFill>
                    </a:lnR>
                    <a:lnT w="9524">
                      <a:solidFill>
                        <a:srgbClr val="FFFFFF"/>
                      </a:solidFill>
                    </a:lnT>
                    <a:lnB w="9524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>
                          <a:effectLst/>
                        </a:rPr>
                        <a:t>Determina si tiene clases activas en la clase</a:t>
                      </a:r>
                    </a:p>
                  </a:txBody>
                  <a:tcPr>
                    <a:lnL w="9524">
                      <a:solidFill>
                        <a:srgbClr val="FFFFFF"/>
                      </a:solidFill>
                    </a:lnL>
                    <a:lnR w="9524">
                      <a:solidFill>
                        <a:srgbClr val="FFFFFF"/>
                      </a:solidFill>
                    </a:lnR>
                    <a:lnT w="9524">
                      <a:solidFill>
                        <a:srgbClr val="FFFFFF"/>
                      </a:solidFill>
                    </a:lnT>
                    <a:lnB w="9524">
                      <a:solidFill>
                        <a:srgbClr val="FFFFFF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8193760"/>
                  </a:ext>
                </a:extLst>
              </a:tr>
              <a:tr h="5815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>
                          <a:effectLst/>
                        </a:rPr>
                        <a:t>Fecha_registro</a:t>
                      </a:r>
                    </a:p>
                  </a:txBody>
                  <a:tcPr>
                    <a:lnL w="9524">
                      <a:solidFill>
                        <a:srgbClr val="FFFFFF"/>
                      </a:solidFill>
                    </a:lnL>
                    <a:lnR w="9524">
                      <a:solidFill>
                        <a:srgbClr val="FFFFFF"/>
                      </a:solidFill>
                    </a:lnR>
                    <a:lnT w="9524">
                      <a:solidFill>
                        <a:srgbClr val="FFFFFF"/>
                      </a:solidFill>
                    </a:lnT>
                    <a:lnB w="9524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>
                          <a:effectLst/>
                        </a:rPr>
                        <a:t>Timestamp</a:t>
                      </a:r>
                    </a:p>
                  </a:txBody>
                  <a:tcPr>
                    <a:lnL w="9524">
                      <a:solidFill>
                        <a:srgbClr val="FFFFFF"/>
                      </a:solidFill>
                    </a:lnL>
                    <a:lnR w="9524">
                      <a:solidFill>
                        <a:srgbClr val="FFFFFF"/>
                      </a:solidFill>
                    </a:lnR>
                    <a:lnT w="9524">
                      <a:solidFill>
                        <a:srgbClr val="FFFFFF"/>
                      </a:solidFill>
                    </a:lnT>
                    <a:lnB w="9524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>
                          <a:effectLst/>
                        </a:rPr>
                        <a:t>Fecha en que se unio al proyecto</a:t>
                      </a:r>
                    </a:p>
                  </a:txBody>
                  <a:tcPr>
                    <a:lnL w="9524">
                      <a:solidFill>
                        <a:srgbClr val="FFFFFF"/>
                      </a:solidFill>
                    </a:lnL>
                    <a:lnR w="9524">
                      <a:solidFill>
                        <a:srgbClr val="FFFFFF"/>
                      </a:solidFill>
                    </a:lnR>
                    <a:lnT w="9524">
                      <a:solidFill>
                        <a:srgbClr val="FFFFFF"/>
                      </a:solidFill>
                    </a:lnT>
                    <a:lnB w="9524">
                      <a:solidFill>
                        <a:srgbClr val="FFFFFF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3048810"/>
                  </a:ext>
                </a:extLst>
              </a:tr>
              <a:tr h="33042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ES">
                          <a:effectLst/>
                        </a:rPr>
                        <a:t>bio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ES">
                          <a:effectLst/>
                        </a:rPr>
                        <a:t>text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ES">
                          <a:effectLst/>
                        </a:rPr>
                        <a:t>Descripcion breve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3061538"/>
                  </a:ext>
                </a:extLst>
              </a:tr>
              <a:tr h="33042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ES">
                          <a:effectLst/>
                        </a:rPr>
                        <a:t>foto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Varchar(255)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ES">
                          <a:effectLst/>
                        </a:rPr>
                        <a:t>Foto de perfil (sin funcion)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54280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8355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19BD8-4D23-10A9-B0A1-CB9C3E2A9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BB97EC53-774E-D0B6-9E15-869B427D48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794579"/>
              </p:ext>
            </p:extLst>
          </p:nvPr>
        </p:nvGraphicFramePr>
        <p:xfrm>
          <a:off x="1470550" y="534637"/>
          <a:ext cx="9255757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2879">
                  <a:extLst>
                    <a:ext uri="{9D8B030D-6E8A-4147-A177-3AD203B41FA5}">
                      <a16:colId xmlns:a16="http://schemas.microsoft.com/office/drawing/2014/main" val="3270104727"/>
                    </a:ext>
                  </a:extLst>
                </a:gridCol>
                <a:gridCol w="2722879">
                  <a:extLst>
                    <a:ext uri="{9D8B030D-6E8A-4147-A177-3AD203B41FA5}">
                      <a16:colId xmlns:a16="http://schemas.microsoft.com/office/drawing/2014/main" val="3439280160"/>
                    </a:ext>
                  </a:extLst>
                </a:gridCol>
                <a:gridCol w="3809999">
                  <a:extLst>
                    <a:ext uri="{9D8B030D-6E8A-4147-A177-3AD203B41FA5}">
                      <a16:colId xmlns:a16="http://schemas.microsoft.com/office/drawing/2014/main" val="1162500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/>
                        <a:t>Pagos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err="1"/>
                        <a:t>Descripcion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39502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err="1"/>
                        <a:t>Id_pago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err="1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Identificador del pago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8719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/>
                        <a:t>correo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err="1"/>
                        <a:t>Varchar</a:t>
                      </a:r>
                      <a:r>
                        <a:rPr lang="es-ES"/>
                        <a:t>(50)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Correo del yogui que realizo el pago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5455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/>
                        <a:t>Referencia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Varchar</a:t>
                      </a:r>
                      <a:r>
                        <a:rPr lang="es-ES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(30)</a:t>
                      </a:r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Referencia bancaria del pago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7978799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err="1"/>
                        <a:t>EstadoDePago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Varchar</a:t>
                      </a:r>
                      <a:r>
                        <a:rPr lang="es-ES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(20)</a:t>
                      </a:r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Si fue Confirmado, rechazado o </a:t>
                      </a:r>
                      <a:r>
                        <a:rPr lang="es-ES" err="1"/>
                        <a:t>esta</a:t>
                      </a:r>
                      <a:r>
                        <a:rPr lang="es-ES"/>
                        <a:t> pendiente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463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err="1"/>
                        <a:t>paqueteID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err="1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Paquete que se compro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7703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/>
                        <a:t>monto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Decimal(10,2)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Monto del pago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395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err="1"/>
                        <a:t>Fecha_pago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err="1"/>
                        <a:t>timestamp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Fecha y hora en la que se realizo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6872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err="1"/>
                        <a:t>Metodo_pago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Varchar</a:t>
                      </a:r>
                      <a:r>
                        <a:rPr lang="es-ES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(25)</a:t>
                      </a:r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err="1"/>
                        <a:t>Metodo</a:t>
                      </a:r>
                      <a:r>
                        <a:rPr lang="es-ES"/>
                        <a:t> por el cual se </a:t>
                      </a:r>
                      <a:r>
                        <a:rPr lang="es-ES" err="1"/>
                        <a:t>realizo</a:t>
                      </a:r>
                      <a:r>
                        <a:rPr lang="es-ES"/>
                        <a:t> el pago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8212330"/>
                  </a:ext>
                </a:extLst>
              </a:tr>
            </a:tbl>
          </a:graphicData>
        </a:graphic>
      </p:graphicFrame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60CC2D8E-3D8B-5C8A-CCFB-20A57629B6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7000889"/>
              </p:ext>
            </p:extLst>
          </p:nvPr>
        </p:nvGraphicFramePr>
        <p:xfrm>
          <a:off x="1457739" y="4351130"/>
          <a:ext cx="9298077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9359">
                  <a:extLst>
                    <a:ext uri="{9D8B030D-6E8A-4147-A177-3AD203B41FA5}">
                      <a16:colId xmlns:a16="http://schemas.microsoft.com/office/drawing/2014/main" val="324578243"/>
                    </a:ext>
                  </a:extLst>
                </a:gridCol>
                <a:gridCol w="3099359">
                  <a:extLst>
                    <a:ext uri="{9D8B030D-6E8A-4147-A177-3AD203B41FA5}">
                      <a16:colId xmlns:a16="http://schemas.microsoft.com/office/drawing/2014/main" val="484528173"/>
                    </a:ext>
                  </a:extLst>
                </a:gridCol>
                <a:gridCol w="3099359">
                  <a:extLst>
                    <a:ext uri="{9D8B030D-6E8A-4147-A177-3AD203B41FA5}">
                      <a16:colId xmlns:a16="http://schemas.microsoft.com/office/drawing/2014/main" val="26978791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paquetes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descripcion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191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Identificador del paquete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4825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/>
                        <a:t>precio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Costo del paquete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178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/>
                        <a:t>dias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Cantidad de clases que se pueden reservar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120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66290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5" baseType="lpstr">
      <vt:lpstr>Tema de Office</vt:lpstr>
      <vt:lpstr>Diccionario de base de datos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12</cp:revision>
  <dcterms:created xsi:type="dcterms:W3CDTF">2026-03-12T13:25:29Z</dcterms:created>
  <dcterms:modified xsi:type="dcterms:W3CDTF">2026-03-12T13:27:39Z</dcterms:modified>
</cp:coreProperties>
</file>